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7" r:id="rId1"/>
    <p:sldMasterId id="2147483861" r:id="rId2"/>
  </p:sldMasterIdLst>
  <p:notesMasterIdLst>
    <p:notesMasterId r:id="rId21"/>
  </p:notesMasterIdLst>
  <p:handoutMasterIdLst>
    <p:handoutMasterId r:id="rId22"/>
  </p:handoutMasterIdLst>
  <p:sldIdLst>
    <p:sldId id="2410" r:id="rId3"/>
    <p:sldId id="2413" r:id="rId4"/>
    <p:sldId id="325" r:id="rId5"/>
    <p:sldId id="266" r:id="rId6"/>
    <p:sldId id="2415" r:id="rId7"/>
    <p:sldId id="304" r:id="rId8"/>
    <p:sldId id="1829" r:id="rId9"/>
    <p:sldId id="2391" r:id="rId10"/>
    <p:sldId id="2384" r:id="rId11"/>
    <p:sldId id="2400" r:id="rId12"/>
    <p:sldId id="2404" r:id="rId13"/>
    <p:sldId id="2291" r:id="rId14"/>
    <p:sldId id="2369" r:id="rId15"/>
    <p:sldId id="1680" r:id="rId16"/>
    <p:sldId id="2409" r:id="rId17"/>
    <p:sldId id="321" r:id="rId18"/>
    <p:sldId id="310" r:id="rId19"/>
    <p:sldId id="2414" r:id="rId20"/>
  </p:sldIdLst>
  <p:sldSz cx="12192000" cy="6858000"/>
  <p:notesSz cx="6737350" cy="9869488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7155C-16E9-499E-B332-11FE7020F95B}" v="182" dt="2025-05-08T04:49:30.856"/>
    <p1510:client id="{73A5CBE8-0667-4559-8A39-1B33FBDC9F2C}" v="1299" dt="2025-05-08T04:48:57.320"/>
    <p1510:client id="{971CDBC8-8BC6-4B2C-ACB7-B4081C90DEBC}" v="150" dt="2025-05-08T04:52:24.468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524" autoAdjust="0"/>
  </p:normalViewPr>
  <p:slideViewPr>
    <p:cSldViewPr snapToGrid="0">
      <p:cViewPr>
        <p:scale>
          <a:sx n="25" d="100"/>
          <a:sy n="25" d="100"/>
        </p:scale>
        <p:origin x="222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</a:pPr>
          <a:r>
            <a:rPr kumimoji="1" lang="ja-JP" altLang="en-US" sz="2400"/>
            <a:t>女の子は大人しくあるべきだ</a:t>
          </a:r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1310A105-BB5D-40F8-9A80-4791821A17B3}">
      <dgm:prSet phldrT="[テキスト]" custT="1"/>
      <dgm:spPr/>
      <dgm:t>
        <a:bodyPr/>
        <a:lstStyle/>
        <a:p>
          <a:pPr algn="l">
            <a:lnSpc>
              <a:spcPts val="2800"/>
            </a:lnSpc>
          </a:pPr>
          <a:r>
            <a:rPr kumimoji="1" lang="ja-JP" altLang="en-US" sz="2400"/>
            <a:t>言うこと聞かない女の子には乱暴をしてもいい</a:t>
          </a:r>
        </a:p>
      </dgm:t>
    </dgm:pt>
    <dgm:pt modelId="{5FBCB86B-C270-4206-B073-F952A434AB19}" type="parTrans" cxnId="{6B7973B1-4AD3-4880-9AED-7756F26B92E5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ECF988D6-DF7F-47E1-A490-4FC031C2A598}" type="sibTrans" cxnId="{6B7973B1-4AD3-4880-9AED-7756F26B92E5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00FB733-D6A1-405E-B4BB-9490CF34205F}" type="pres">
      <dgm:prSet presAssocID="{3761BD82-6B8C-4C87-A571-D60085632759}" presName="parTxOnlySpace" presStyleCnt="0"/>
      <dgm:spPr/>
    </dgm:pt>
    <dgm:pt modelId="{51DD94A3-30E3-4CAE-A0EA-B2527A6963CC}" type="pres">
      <dgm:prSet presAssocID="{1310A105-BB5D-40F8-9A80-4791821A17B3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6B7973B1-4AD3-4880-9AED-7756F26B92E5}" srcId="{FA5F2522-462D-468C-8A7F-413A5791164A}" destId="{1310A105-BB5D-40F8-9A80-4791821A17B3}" srcOrd="1" destOrd="0" parTransId="{5FBCB86B-C270-4206-B073-F952A434AB19}" sibTransId="{ECF988D6-DF7F-47E1-A490-4FC031C2A598}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8A53D7F7-1710-4B08-8EDD-2DFEB2A6A224}" type="presOf" srcId="{1310A105-BB5D-40F8-9A80-4791821A17B3}" destId="{51DD94A3-30E3-4CAE-A0EA-B2527A6963CC}" srcOrd="0" destOrd="0" presId="urn:microsoft.com/office/officeart/2005/8/layout/chevron1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A02BC154-666E-40B2-BD46-E44294B1B1B6}" type="presParOf" srcId="{445DDAD4-5C01-472C-8BDB-29F7A86CD603}" destId="{B00FB733-D6A1-405E-B4BB-9490CF34205F}" srcOrd="1" destOrd="0" presId="urn:microsoft.com/office/officeart/2005/8/layout/chevron1"/>
    <dgm:cxn modelId="{2ED7120B-BC18-4C9E-9519-37432DD3487C}" type="presParOf" srcId="{445DDAD4-5C01-472C-8BDB-29F7A86CD603}" destId="{51DD94A3-30E3-4CAE-A0EA-B2527A6963CC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lang="ja-JP" altLang="en-US" sz="2400" noProof="1">
              <a:cs typeface="Times New Roman" panose="02020603050405020304" pitchFamily="18" charset="0"/>
            </a:rPr>
            <a:t>男の子は男の子らしく</a:t>
          </a:r>
          <a:br>
            <a:rPr lang="en-US" altLang="ja-JP" sz="2400" noProof="1">
              <a:cs typeface="Times New Roman" panose="02020603050405020304" pitchFamily="18" charset="0"/>
            </a:rPr>
          </a:br>
          <a:r>
            <a:rPr lang="ja-JP" altLang="en-US" sz="2400" noProof="1">
              <a:cs typeface="Times New Roman" panose="02020603050405020304" pitchFamily="18" charset="0"/>
            </a:rPr>
            <a:t>強くなければいけない</a:t>
          </a:r>
          <a:endParaRPr kumimoji="1" lang="ja-JP" altLang="en-US" sz="2400"/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B8A869D5-E66D-4D97-9CBB-B5668CB92ED5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lang="ja-JP" altLang="en-US" sz="2400" noProof="1">
              <a:cs typeface="Times New Roman" panose="02020603050405020304" pitchFamily="18" charset="0"/>
            </a:rPr>
            <a:t>弱そうな男の子だから</a:t>
          </a:r>
          <a:br>
            <a:rPr lang="en-US" altLang="ja-JP" sz="2400" noProof="1">
              <a:cs typeface="Times New Roman" panose="02020603050405020304" pitchFamily="18" charset="0"/>
            </a:rPr>
          </a:br>
          <a:r>
            <a:rPr lang="ja-JP" altLang="en-US" sz="2400" noProof="1">
              <a:cs typeface="Times New Roman" panose="02020603050405020304" pitchFamily="18" charset="0"/>
            </a:rPr>
            <a:t>いじめていい</a:t>
          </a:r>
          <a:endParaRPr kumimoji="1" lang="ja-JP" altLang="en-US" sz="2400"/>
        </a:p>
      </dgm:t>
    </dgm:pt>
    <dgm:pt modelId="{78481658-4B63-4F2D-9007-BC87D4995B8F}" type="parTrans" cxnId="{74970335-323F-4C0A-BED7-9D6B8198066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7513022C-7A36-4D82-91D2-F74624CCD651}" type="sibTrans" cxnId="{74970335-323F-4C0A-BED7-9D6B8198066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E164B3E-8027-413F-84EE-A8B360492802}" type="pres">
      <dgm:prSet presAssocID="{3761BD82-6B8C-4C87-A571-D60085632759}" presName="parTxOnlySpace" presStyleCnt="0"/>
      <dgm:spPr/>
    </dgm:pt>
    <dgm:pt modelId="{6382D64B-506B-44FA-B2F4-C3FFE131C161}" type="pres">
      <dgm:prSet presAssocID="{B8A869D5-E66D-4D97-9CBB-B5668CB92ED5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74970335-323F-4C0A-BED7-9D6B81980662}" srcId="{FA5F2522-462D-468C-8A7F-413A5791164A}" destId="{B8A869D5-E66D-4D97-9CBB-B5668CB92ED5}" srcOrd="1" destOrd="0" parTransId="{78481658-4B63-4F2D-9007-BC87D4995B8F}" sibTransId="{7513022C-7A36-4D82-91D2-F74624CCD651}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8F1C2950-1C68-48A4-A177-D31DE1473749}" type="presOf" srcId="{B8A869D5-E66D-4D97-9CBB-B5668CB92ED5}" destId="{6382D64B-506B-44FA-B2F4-C3FFE131C161}" srcOrd="0" destOrd="0" presId="urn:microsoft.com/office/officeart/2005/8/layout/chevron1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06782E74-77C9-4F9E-9CAB-EDC628FFB399}" type="presParOf" srcId="{445DDAD4-5C01-472C-8BDB-29F7A86CD603}" destId="{BE164B3E-8027-413F-84EE-A8B360492802}" srcOrd="1" destOrd="0" presId="urn:microsoft.com/office/officeart/2005/8/layout/chevron1"/>
    <dgm:cxn modelId="{064BAA98-F47B-47E6-8F5C-027C77985F15}" type="presParOf" srcId="{445DDAD4-5C01-472C-8BDB-29F7A86CD603}" destId="{6382D64B-506B-44FA-B2F4-C3FFE131C161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kumimoji="1" lang="ja-JP" altLang="en-US" sz="2400"/>
            <a:t>女の子は男の子が好きなものでしょう？</a:t>
          </a:r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5AD4094F-A84A-42C3-988A-1C2CE525F063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kumimoji="1" lang="ja-JP" altLang="en-US" sz="2400" noProof="1">
              <a:cs typeface="Times New Roman" panose="02020603050405020304" pitchFamily="18" charset="0"/>
            </a:rPr>
            <a:t>女の子が女を好きだなんて</a:t>
          </a:r>
          <a:br>
            <a:rPr kumimoji="1" lang="en-US" altLang="ja-JP" sz="2400" noProof="1">
              <a:cs typeface="Times New Roman" panose="02020603050405020304" pitchFamily="18" charset="0"/>
            </a:rPr>
          </a:br>
          <a:r>
            <a:rPr kumimoji="1" lang="ja-JP" altLang="en-US" sz="2400" noProof="1">
              <a:cs typeface="Times New Roman" panose="02020603050405020304" pitchFamily="18" charset="0"/>
            </a:rPr>
            <a:t>おかしい</a:t>
          </a:r>
        </a:p>
      </dgm:t>
    </dgm:pt>
    <dgm:pt modelId="{18495845-3EE3-4689-8C48-B9A677EBB321}" type="parTrans" cxnId="{202831E7-864C-429C-838D-FF8C4E40F75D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1AF7F3FA-9E4B-43F9-B297-6195B167D678}" type="sibTrans" cxnId="{202831E7-864C-429C-838D-FF8C4E40F75D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48C5478D-607C-4A18-ADDE-AF7C4BE769AE}" type="pres">
      <dgm:prSet presAssocID="{3761BD82-6B8C-4C87-A571-D60085632759}" presName="parTxOnlySpace" presStyleCnt="0"/>
      <dgm:spPr/>
    </dgm:pt>
    <dgm:pt modelId="{4A1181A1-5979-4726-9E3A-85E7DCAED88B}" type="pres">
      <dgm:prSet presAssocID="{5AD4094F-A84A-42C3-988A-1C2CE525F063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90B53D4C-5043-49B9-9E60-D893F3711573}" type="presOf" srcId="{5AD4094F-A84A-42C3-988A-1C2CE525F063}" destId="{4A1181A1-5979-4726-9E3A-85E7DCAED88B}" srcOrd="0" destOrd="0" presId="urn:microsoft.com/office/officeart/2005/8/layout/chevron1"/>
    <dgm:cxn modelId="{202831E7-864C-429C-838D-FF8C4E40F75D}" srcId="{FA5F2522-462D-468C-8A7F-413A5791164A}" destId="{5AD4094F-A84A-42C3-988A-1C2CE525F063}" srcOrd="1" destOrd="0" parTransId="{18495845-3EE3-4689-8C48-B9A677EBB321}" sibTransId="{1AF7F3FA-9E4B-43F9-B297-6195B167D678}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866EB59F-5D3E-4C1E-B2B7-851FE409B0B2}" type="presParOf" srcId="{445DDAD4-5C01-472C-8BDB-29F7A86CD603}" destId="{48C5478D-607C-4A18-ADDE-AF7C4BE769AE}" srcOrd="1" destOrd="0" presId="urn:microsoft.com/office/officeart/2005/8/layout/chevron1"/>
    <dgm:cxn modelId="{C82C1FBE-52EF-472C-B1BC-9963613FD749}" type="presParOf" srcId="{445DDAD4-5C01-472C-8BDB-29F7A86CD603}" destId="{4A1181A1-5979-4726-9E3A-85E7DCAED88B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C05792-4E05-460B-A767-EDA1031C0BB7}" type="doc">
      <dgm:prSet loTypeId="urn:microsoft.com/office/officeart/2005/8/layout/venn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kumimoji="1" lang="ja-JP" altLang="en-US"/>
        </a:p>
      </dgm:t>
    </dgm:pt>
    <dgm:pt modelId="{A72C847D-7953-4971-BABE-12A816AB1CBE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トラウマ反応（身体の反応　や情緒的反応）</a:t>
          </a:r>
        </a:p>
      </dgm:t>
    </dgm:pt>
    <dgm:pt modelId="{32D56334-DEB7-4C3C-BC57-A543A494BFAF}" type="par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0E7011AE-0F6F-4B68-9D52-52E8D555C92E}" type="sib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2EEBCBE-FE26-4665-AE6A-BB7E5301DF82}">
      <dgm:prSet phldrT="[テキスト]" custT="1"/>
      <dgm:spPr/>
      <dgm:t>
        <a:bodyPr/>
        <a:lstStyle/>
        <a:p>
          <a:pPr algn="l"/>
          <a:r>
            <a:rPr kumimoji="1" lang="en-US" altLang="ja-JP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PTSD</a:t>
          </a:r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や摂食障害、うつ、自傷、自殺企図等のリスク増加</a:t>
          </a:r>
        </a:p>
      </dgm:t>
    </dgm:pt>
    <dgm:pt modelId="{BB84C7FA-0894-4216-8AA3-32F14F9D7C33}" type="par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A0B80BA-80D6-410C-92BB-3415D9F727BE}" type="sib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3F7AE9-54B7-45D4-A7C4-928DF8FE4839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一見問題に見える行動や依存、早期の性行動など</a:t>
          </a:r>
        </a:p>
      </dgm:t>
    </dgm:pt>
    <dgm:pt modelId="{0966E788-6016-492F-9685-A14B8CDA70C2}" type="par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A4481C5-F558-4796-A2AD-2297FED74D2A}" type="sib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62E535E-FF75-40CF-B53E-CB54027BF342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境界線の揺らぎや脆弱性</a:t>
          </a:r>
        </a:p>
      </dgm:t>
    </dgm:pt>
    <dgm:pt modelId="{D9CE8A6D-CB44-4D52-BA2F-93A9E723CDB9}" type="par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AD481C94-0703-4545-8EDC-E86D0C1E8566}" type="sib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C5BF2A8-EE92-4937-92FE-B2F7D4D4548E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自分や他人、世界への信頼が築けない</a:t>
          </a:r>
        </a:p>
      </dgm:t>
    </dgm:pt>
    <dgm:pt modelId="{25E3E078-27CF-4A89-81AE-E0D9E1E5FCE1}" type="parTrans" cxnId="{1B596858-BFB1-405E-B741-3E3D075D8515}">
      <dgm:prSet/>
      <dgm:spPr/>
      <dgm:t>
        <a:bodyPr/>
        <a:lstStyle/>
        <a:p>
          <a:pPr algn="l"/>
          <a:endParaRPr kumimoji="1" lang="ja-JP" altLang="en-US"/>
        </a:p>
      </dgm:t>
    </dgm:pt>
    <dgm:pt modelId="{265BF708-7B4C-45AE-A2B7-C61972F04C9C}" type="sibTrans" cxnId="{1B596858-BFB1-405E-B741-3E3D075D8515}">
      <dgm:prSet/>
      <dgm:spPr/>
      <dgm:t>
        <a:bodyPr/>
        <a:lstStyle/>
        <a:p>
          <a:pPr algn="l"/>
          <a:endParaRPr kumimoji="1" lang="ja-JP" altLang="en-US"/>
        </a:p>
      </dgm:t>
    </dgm:pt>
    <dgm:pt modelId="{88067422-9173-4DEC-A80D-88C36CC4F610}" type="pres">
      <dgm:prSet presAssocID="{A9C05792-4E05-460B-A767-EDA1031C0BB7}" presName="Name0" presStyleCnt="0">
        <dgm:presLayoutVars>
          <dgm:dir/>
          <dgm:resizeHandles val="exact"/>
        </dgm:presLayoutVars>
      </dgm:prSet>
      <dgm:spPr/>
    </dgm:pt>
    <dgm:pt modelId="{D0FCFAE5-BBFE-4BE6-98C0-6ED05F4E7FF2}" type="pres">
      <dgm:prSet presAssocID="{A72C847D-7953-4971-BABE-12A816AB1CBE}" presName="Name5" presStyleLbl="vennNode1" presStyleIdx="0" presStyleCnt="5" custLinFactNeighborY="-452">
        <dgm:presLayoutVars>
          <dgm:bulletEnabled val="1"/>
        </dgm:presLayoutVars>
      </dgm:prSet>
      <dgm:spPr/>
    </dgm:pt>
    <dgm:pt modelId="{FAB9D2C9-132A-46DC-BF45-A1EC5B152A8A}" type="pres">
      <dgm:prSet presAssocID="{0E7011AE-0F6F-4B68-9D52-52E8D555C92E}" presName="space" presStyleCnt="0"/>
      <dgm:spPr/>
    </dgm:pt>
    <dgm:pt modelId="{F874669A-9882-4A69-BB12-863AE896652C}" type="pres">
      <dgm:prSet presAssocID="{C2EEBCBE-FE26-4665-AE6A-BB7E5301DF82}" presName="Name5" presStyleLbl="vennNode1" presStyleIdx="1" presStyleCnt="5" custLinFactNeighborY="-452">
        <dgm:presLayoutVars>
          <dgm:bulletEnabled val="1"/>
        </dgm:presLayoutVars>
      </dgm:prSet>
      <dgm:spPr/>
    </dgm:pt>
    <dgm:pt modelId="{B03E7945-54B4-4612-9B70-94E46F45342A}" type="pres">
      <dgm:prSet presAssocID="{8A0B80BA-80D6-410C-92BB-3415D9F727BE}" presName="space" presStyleCnt="0"/>
      <dgm:spPr/>
    </dgm:pt>
    <dgm:pt modelId="{81EA4D26-6F69-4667-ACD9-037F0EAA0A2C}" type="pres">
      <dgm:prSet presAssocID="{8F3F7AE9-54B7-45D4-A7C4-928DF8FE4839}" presName="Name5" presStyleLbl="vennNode1" presStyleIdx="2" presStyleCnt="5" custLinFactNeighborY="-452">
        <dgm:presLayoutVars>
          <dgm:bulletEnabled val="1"/>
        </dgm:presLayoutVars>
      </dgm:prSet>
      <dgm:spPr/>
    </dgm:pt>
    <dgm:pt modelId="{7158E5DC-A672-4951-8165-3078866EDEA4}" type="pres">
      <dgm:prSet presAssocID="{DA4481C5-F558-4796-A2AD-2297FED74D2A}" presName="space" presStyleCnt="0"/>
      <dgm:spPr/>
    </dgm:pt>
    <dgm:pt modelId="{33C99ACB-98BB-4B81-AAF2-BA2CB1A3E889}" type="pres">
      <dgm:prSet presAssocID="{362E535E-FF75-40CF-B53E-CB54027BF342}" presName="Name5" presStyleLbl="vennNode1" presStyleIdx="3" presStyleCnt="5" custLinFactNeighborY="-452">
        <dgm:presLayoutVars>
          <dgm:bulletEnabled val="1"/>
        </dgm:presLayoutVars>
      </dgm:prSet>
      <dgm:spPr/>
    </dgm:pt>
    <dgm:pt modelId="{204E9B68-67A0-4F5B-A37B-4F49F1AA3935}" type="pres">
      <dgm:prSet presAssocID="{AD481C94-0703-4545-8EDC-E86D0C1E8566}" presName="space" presStyleCnt="0"/>
      <dgm:spPr/>
    </dgm:pt>
    <dgm:pt modelId="{1EF9B034-B710-41DD-B937-6879C33CFEC1}" type="pres">
      <dgm:prSet presAssocID="{EC5BF2A8-EE92-4937-92FE-B2F7D4D4548E}" presName="Name5" presStyleLbl="vennNode1" presStyleIdx="4" presStyleCnt="5" custLinFactNeighborY="-452">
        <dgm:presLayoutVars>
          <dgm:bulletEnabled val="1"/>
        </dgm:presLayoutVars>
      </dgm:prSet>
      <dgm:spPr/>
    </dgm:pt>
  </dgm:ptLst>
  <dgm:cxnLst>
    <dgm:cxn modelId="{920E9D24-8973-402E-8382-BB63957D0879}" srcId="{A9C05792-4E05-460B-A767-EDA1031C0BB7}" destId="{8F3F7AE9-54B7-45D4-A7C4-928DF8FE4839}" srcOrd="2" destOrd="0" parTransId="{0966E788-6016-492F-9685-A14B8CDA70C2}" sibTransId="{DA4481C5-F558-4796-A2AD-2297FED74D2A}"/>
    <dgm:cxn modelId="{ACBADB60-1DD5-46D1-A3B2-028234D7F0B8}" srcId="{A9C05792-4E05-460B-A767-EDA1031C0BB7}" destId="{A72C847D-7953-4971-BABE-12A816AB1CBE}" srcOrd="0" destOrd="0" parTransId="{32D56334-DEB7-4C3C-BC57-A543A494BFAF}" sibTransId="{0E7011AE-0F6F-4B68-9D52-52E8D555C92E}"/>
    <dgm:cxn modelId="{6267EB51-9F64-4626-9767-2B232492B22B}" type="presOf" srcId="{EC5BF2A8-EE92-4937-92FE-B2F7D4D4548E}" destId="{1EF9B034-B710-41DD-B937-6879C33CFEC1}" srcOrd="0" destOrd="0" presId="urn:microsoft.com/office/officeart/2005/8/layout/venn3"/>
    <dgm:cxn modelId="{1B596858-BFB1-405E-B741-3E3D075D8515}" srcId="{A9C05792-4E05-460B-A767-EDA1031C0BB7}" destId="{EC5BF2A8-EE92-4937-92FE-B2F7D4D4548E}" srcOrd="4" destOrd="0" parTransId="{25E3E078-27CF-4A89-81AE-E0D9E1E5FCE1}" sibTransId="{265BF708-7B4C-45AE-A2B7-C61972F04C9C}"/>
    <dgm:cxn modelId="{49F77F8A-EDE9-4E1E-9E7A-C49415964210}" type="presOf" srcId="{A9C05792-4E05-460B-A767-EDA1031C0BB7}" destId="{88067422-9173-4DEC-A80D-88C36CC4F610}" srcOrd="0" destOrd="0" presId="urn:microsoft.com/office/officeart/2005/8/layout/venn3"/>
    <dgm:cxn modelId="{031AEA8B-84F2-4A62-9580-80336163CB06}" srcId="{A9C05792-4E05-460B-A767-EDA1031C0BB7}" destId="{C2EEBCBE-FE26-4665-AE6A-BB7E5301DF82}" srcOrd="1" destOrd="0" parTransId="{BB84C7FA-0894-4216-8AA3-32F14F9D7C33}" sibTransId="{8A0B80BA-80D6-410C-92BB-3415D9F727BE}"/>
    <dgm:cxn modelId="{4717B891-ECFA-4662-A9F0-14313863DC13}" type="presOf" srcId="{362E535E-FF75-40CF-B53E-CB54027BF342}" destId="{33C99ACB-98BB-4B81-AAF2-BA2CB1A3E889}" srcOrd="0" destOrd="0" presId="urn:microsoft.com/office/officeart/2005/8/layout/venn3"/>
    <dgm:cxn modelId="{899D95B2-B74C-443A-B26A-7067D9C1A191}" type="presOf" srcId="{A72C847D-7953-4971-BABE-12A816AB1CBE}" destId="{D0FCFAE5-BBFE-4BE6-98C0-6ED05F4E7FF2}" srcOrd="0" destOrd="0" presId="urn:microsoft.com/office/officeart/2005/8/layout/venn3"/>
    <dgm:cxn modelId="{14F568B7-BAB3-4B18-B997-2D1C02B644E2}" srcId="{A9C05792-4E05-460B-A767-EDA1031C0BB7}" destId="{362E535E-FF75-40CF-B53E-CB54027BF342}" srcOrd="3" destOrd="0" parTransId="{D9CE8A6D-CB44-4D52-BA2F-93A9E723CDB9}" sibTransId="{AD481C94-0703-4545-8EDC-E86D0C1E8566}"/>
    <dgm:cxn modelId="{F6D879D0-B862-4138-A032-4E0983561368}" type="presOf" srcId="{C2EEBCBE-FE26-4665-AE6A-BB7E5301DF82}" destId="{F874669A-9882-4A69-BB12-863AE896652C}" srcOrd="0" destOrd="0" presId="urn:microsoft.com/office/officeart/2005/8/layout/venn3"/>
    <dgm:cxn modelId="{B5430BEA-56AB-41EC-B161-82091744CF96}" type="presOf" srcId="{8F3F7AE9-54B7-45D4-A7C4-928DF8FE4839}" destId="{81EA4D26-6F69-4667-ACD9-037F0EAA0A2C}" srcOrd="0" destOrd="0" presId="urn:microsoft.com/office/officeart/2005/8/layout/venn3"/>
    <dgm:cxn modelId="{5932F06A-D7E1-4616-92CE-57C4293ECD64}" type="presParOf" srcId="{88067422-9173-4DEC-A80D-88C36CC4F610}" destId="{D0FCFAE5-BBFE-4BE6-98C0-6ED05F4E7FF2}" srcOrd="0" destOrd="0" presId="urn:microsoft.com/office/officeart/2005/8/layout/venn3"/>
    <dgm:cxn modelId="{23C83452-BD06-4884-A7A6-C9479AA72134}" type="presParOf" srcId="{88067422-9173-4DEC-A80D-88C36CC4F610}" destId="{FAB9D2C9-132A-46DC-BF45-A1EC5B152A8A}" srcOrd="1" destOrd="0" presId="urn:microsoft.com/office/officeart/2005/8/layout/venn3"/>
    <dgm:cxn modelId="{9E59885A-0055-4A27-B2C1-52F5DB80A0FF}" type="presParOf" srcId="{88067422-9173-4DEC-A80D-88C36CC4F610}" destId="{F874669A-9882-4A69-BB12-863AE896652C}" srcOrd="2" destOrd="0" presId="urn:microsoft.com/office/officeart/2005/8/layout/venn3"/>
    <dgm:cxn modelId="{F4480EE5-3D8A-4F8C-9583-1F36B8C7F733}" type="presParOf" srcId="{88067422-9173-4DEC-A80D-88C36CC4F610}" destId="{B03E7945-54B4-4612-9B70-94E46F45342A}" srcOrd="3" destOrd="0" presId="urn:microsoft.com/office/officeart/2005/8/layout/venn3"/>
    <dgm:cxn modelId="{CB947B21-0074-49AB-BC9B-535F9381B882}" type="presParOf" srcId="{88067422-9173-4DEC-A80D-88C36CC4F610}" destId="{81EA4D26-6F69-4667-ACD9-037F0EAA0A2C}" srcOrd="4" destOrd="0" presId="urn:microsoft.com/office/officeart/2005/8/layout/venn3"/>
    <dgm:cxn modelId="{FA3A8457-9369-47E6-B6CB-D0F99F9BC514}" type="presParOf" srcId="{88067422-9173-4DEC-A80D-88C36CC4F610}" destId="{7158E5DC-A672-4951-8165-3078866EDEA4}" srcOrd="5" destOrd="0" presId="urn:microsoft.com/office/officeart/2005/8/layout/venn3"/>
    <dgm:cxn modelId="{E8DC5D07-C50B-4ED1-A287-6E525EC9F9E8}" type="presParOf" srcId="{88067422-9173-4DEC-A80D-88C36CC4F610}" destId="{33C99ACB-98BB-4B81-AAF2-BA2CB1A3E889}" srcOrd="6" destOrd="0" presId="urn:microsoft.com/office/officeart/2005/8/layout/venn3"/>
    <dgm:cxn modelId="{A5A9D7A3-81C0-428E-889E-E1AA39F9FEB1}" type="presParOf" srcId="{88067422-9173-4DEC-A80D-88C36CC4F610}" destId="{204E9B68-67A0-4F5B-A37B-4F49F1AA3935}" srcOrd="7" destOrd="0" presId="urn:microsoft.com/office/officeart/2005/8/layout/venn3"/>
    <dgm:cxn modelId="{0D26CD5A-4854-404D-A6EC-FFFC2614451A}" type="presParOf" srcId="{88067422-9173-4DEC-A80D-88C36CC4F610}" destId="{1EF9B034-B710-41DD-B937-6879C33CFEC1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43ED51-36EF-48CF-AF70-73F8819F0F75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 phldr="1"/>
      <dgm:spPr/>
    </dgm:pt>
    <dgm:pt modelId="{8D7500AE-7DE9-4022-BDD8-E4D5C779248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加害できそうな子供を探す</a:t>
          </a:r>
        </a:p>
      </dgm:t>
    </dgm:pt>
    <dgm:pt modelId="{3D866D39-E9FE-4B13-A7A6-8986ADB814A9}" type="parTrans" cxnId="{285AA32A-F526-493B-A1E9-952BC1158B9B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2400A26-DD6E-4599-B9CE-0F5CDFF1ABA4}" type="sibTrans" cxnId="{285AA32A-F526-493B-A1E9-952BC1158B9B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362E42E8-B886-4953-9ED7-1AEE6DE76F53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子供に近づき、他の人から隔離する</a:t>
          </a:r>
        </a:p>
      </dgm:t>
    </dgm:pt>
    <dgm:pt modelId="{97274F7A-0722-4F6D-8A72-9C656DEB32EF}" type="parTrans" cxnId="{3F485299-E125-4F12-8C70-A51104D2A135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80E318A-C679-462D-B3C2-F1A5A0C5C71A}" type="sibTrans" cxnId="{3F485299-E125-4F12-8C70-A51104D2A135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668B9FA-9F79-49E5-B7E8-7C9DEE234BF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子供や子供の周りの大人と信頼関係を（欺瞞的に）作る</a:t>
          </a:r>
        </a:p>
      </dgm:t>
    </dgm:pt>
    <dgm:pt modelId="{CFC86D35-6C0D-40BE-8558-CAD63EF54C88}" type="parTrans" cxnId="{E9403416-DABC-4FA2-9283-15C1CDF4563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72BEDD3E-00E7-485E-99B7-ED8CF4AD2498}" type="sibTrans" cxnId="{E9403416-DABC-4FA2-9283-15C1CDF4563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68D10A2-5D40-41CD-9A31-740A598B56C6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性的な言動に対する子供たちの感覚を鈍らせる</a:t>
          </a:r>
        </a:p>
      </dgm:t>
    </dgm:pt>
    <dgm:pt modelId="{168C081B-6E38-43CD-8EBC-B5357C20800F}" type="parTrans" cxnId="{592436FE-A741-43F2-90B7-F1815E78BE79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49CA43D9-C788-4020-9ED8-46B047C87F9B}" type="sibTrans" cxnId="{592436FE-A741-43F2-90B7-F1815E78BE79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2E8965D-835E-43E5-9356-EE114195D99F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加害行為を継続するために手なずけを継続する</a:t>
          </a:r>
        </a:p>
      </dgm:t>
    </dgm:pt>
    <dgm:pt modelId="{F00EBA21-2791-49A6-9C18-9324180A6A1E}" type="parTrans" cxnId="{3DFC46AE-FAEB-42A4-B5A6-51A452BB5F8E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75D19E38-4C19-4E06-871B-1BACEC4CCE26}" type="sibTrans" cxnId="{3DFC46AE-FAEB-42A4-B5A6-51A452BB5F8E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664E2FA3-BA5B-4AEF-8FBC-955BE2EC8AC4}" type="pres">
      <dgm:prSet presAssocID="{7743ED51-36EF-48CF-AF70-73F8819F0F75}" presName="CompostProcess" presStyleCnt="0">
        <dgm:presLayoutVars>
          <dgm:dir/>
          <dgm:resizeHandles val="exact"/>
        </dgm:presLayoutVars>
      </dgm:prSet>
      <dgm:spPr/>
    </dgm:pt>
    <dgm:pt modelId="{A4CF6579-CCD4-4DBD-8735-9419C1B5A9F2}" type="pres">
      <dgm:prSet presAssocID="{7743ED51-36EF-48CF-AF70-73F8819F0F75}" presName="arrow" presStyleLbl="bgShp" presStyleIdx="0" presStyleCnt="1"/>
      <dgm:spPr/>
    </dgm:pt>
    <dgm:pt modelId="{E3CDBBBB-26DE-4218-A3E3-5A4CDB26E0AE}" type="pres">
      <dgm:prSet presAssocID="{7743ED51-36EF-48CF-AF70-73F8819F0F75}" presName="linearProcess" presStyleCnt="0"/>
      <dgm:spPr/>
    </dgm:pt>
    <dgm:pt modelId="{C04F290E-ABA2-4B59-91EC-FEEBA018567B}" type="pres">
      <dgm:prSet presAssocID="{8D7500AE-7DE9-4022-BDD8-E4D5C7792489}" presName="textNode" presStyleLbl="node1" presStyleIdx="0" presStyleCnt="5">
        <dgm:presLayoutVars>
          <dgm:bulletEnabled val="1"/>
        </dgm:presLayoutVars>
      </dgm:prSet>
      <dgm:spPr/>
    </dgm:pt>
    <dgm:pt modelId="{BA3EFE16-EA78-4D44-BC7F-089555E484E6}" type="pres">
      <dgm:prSet presAssocID="{F2400A26-DD6E-4599-B9CE-0F5CDFF1ABA4}" presName="sibTrans" presStyleCnt="0"/>
      <dgm:spPr/>
    </dgm:pt>
    <dgm:pt modelId="{A944B66F-F3A8-416E-BC76-1B2415669D71}" type="pres">
      <dgm:prSet presAssocID="{362E42E8-B886-4953-9ED7-1AEE6DE76F53}" presName="textNode" presStyleLbl="node1" presStyleIdx="1" presStyleCnt="5">
        <dgm:presLayoutVars>
          <dgm:bulletEnabled val="1"/>
        </dgm:presLayoutVars>
      </dgm:prSet>
      <dgm:spPr/>
    </dgm:pt>
    <dgm:pt modelId="{9FB0240F-203E-4C1B-8805-F947DE80F07A}" type="pres">
      <dgm:prSet presAssocID="{F80E318A-C679-462D-B3C2-F1A5A0C5C71A}" presName="sibTrans" presStyleCnt="0"/>
      <dgm:spPr/>
    </dgm:pt>
    <dgm:pt modelId="{EE014D68-DCE4-4465-B4FE-7745D9351E9D}" type="pres">
      <dgm:prSet presAssocID="{F668B9FA-9F79-49E5-B7E8-7C9DEE234BF9}" presName="textNode" presStyleLbl="node1" presStyleIdx="2" presStyleCnt="5">
        <dgm:presLayoutVars>
          <dgm:bulletEnabled val="1"/>
        </dgm:presLayoutVars>
      </dgm:prSet>
      <dgm:spPr/>
    </dgm:pt>
    <dgm:pt modelId="{8DC252CF-0638-42EA-A5D7-3A37EACB1061}" type="pres">
      <dgm:prSet presAssocID="{72BEDD3E-00E7-485E-99B7-ED8CF4AD2498}" presName="sibTrans" presStyleCnt="0"/>
      <dgm:spPr/>
    </dgm:pt>
    <dgm:pt modelId="{33C35166-A686-4D72-BB8B-7E011A294907}" type="pres">
      <dgm:prSet presAssocID="{F68D10A2-5D40-41CD-9A31-740A598B56C6}" presName="textNode" presStyleLbl="node1" presStyleIdx="3" presStyleCnt="5">
        <dgm:presLayoutVars>
          <dgm:bulletEnabled val="1"/>
        </dgm:presLayoutVars>
      </dgm:prSet>
      <dgm:spPr/>
    </dgm:pt>
    <dgm:pt modelId="{49AFCFC4-4945-4796-AFDA-C1F83DABE7D3}" type="pres">
      <dgm:prSet presAssocID="{49CA43D9-C788-4020-9ED8-46B047C87F9B}" presName="sibTrans" presStyleCnt="0"/>
      <dgm:spPr/>
    </dgm:pt>
    <dgm:pt modelId="{A2C7E639-0E0C-4CC7-9056-7EB97273DCF4}" type="pres">
      <dgm:prSet presAssocID="{C2E8965D-835E-43E5-9356-EE114195D99F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E9403416-DABC-4FA2-9283-15C1CDF45630}" srcId="{7743ED51-36EF-48CF-AF70-73F8819F0F75}" destId="{F668B9FA-9F79-49E5-B7E8-7C9DEE234BF9}" srcOrd="2" destOrd="0" parTransId="{CFC86D35-6C0D-40BE-8558-CAD63EF54C88}" sibTransId="{72BEDD3E-00E7-485E-99B7-ED8CF4AD2498}"/>
    <dgm:cxn modelId="{285AA32A-F526-493B-A1E9-952BC1158B9B}" srcId="{7743ED51-36EF-48CF-AF70-73F8819F0F75}" destId="{8D7500AE-7DE9-4022-BDD8-E4D5C7792489}" srcOrd="0" destOrd="0" parTransId="{3D866D39-E9FE-4B13-A7A6-8986ADB814A9}" sibTransId="{F2400A26-DD6E-4599-B9CE-0F5CDFF1ABA4}"/>
    <dgm:cxn modelId="{8C80EE32-5642-4BE3-85E4-7F41CEF52473}" type="presOf" srcId="{C2E8965D-835E-43E5-9356-EE114195D99F}" destId="{A2C7E639-0E0C-4CC7-9056-7EB97273DCF4}" srcOrd="0" destOrd="0" presId="urn:microsoft.com/office/officeart/2005/8/layout/hProcess9"/>
    <dgm:cxn modelId="{7DEA9561-C329-45F5-B852-E46B2AC2C6CE}" type="presOf" srcId="{8D7500AE-7DE9-4022-BDD8-E4D5C7792489}" destId="{C04F290E-ABA2-4B59-91EC-FEEBA018567B}" srcOrd="0" destOrd="0" presId="urn:microsoft.com/office/officeart/2005/8/layout/hProcess9"/>
    <dgm:cxn modelId="{3F485299-E125-4F12-8C70-A51104D2A135}" srcId="{7743ED51-36EF-48CF-AF70-73F8819F0F75}" destId="{362E42E8-B886-4953-9ED7-1AEE6DE76F53}" srcOrd="1" destOrd="0" parTransId="{97274F7A-0722-4F6D-8A72-9C656DEB32EF}" sibTransId="{F80E318A-C679-462D-B3C2-F1A5A0C5C71A}"/>
    <dgm:cxn modelId="{D1C2FBA0-F07F-43DC-972F-E960E0624550}" type="presOf" srcId="{F668B9FA-9F79-49E5-B7E8-7C9DEE234BF9}" destId="{EE014D68-DCE4-4465-B4FE-7745D9351E9D}" srcOrd="0" destOrd="0" presId="urn:microsoft.com/office/officeart/2005/8/layout/hProcess9"/>
    <dgm:cxn modelId="{3DFC46AE-FAEB-42A4-B5A6-51A452BB5F8E}" srcId="{7743ED51-36EF-48CF-AF70-73F8819F0F75}" destId="{C2E8965D-835E-43E5-9356-EE114195D99F}" srcOrd="4" destOrd="0" parTransId="{F00EBA21-2791-49A6-9C18-9324180A6A1E}" sibTransId="{75D19E38-4C19-4E06-871B-1BACEC4CCE26}"/>
    <dgm:cxn modelId="{40B62DB7-518D-49D5-BB50-EE36306A1044}" type="presOf" srcId="{7743ED51-36EF-48CF-AF70-73F8819F0F75}" destId="{664E2FA3-BA5B-4AEF-8FBC-955BE2EC8AC4}" srcOrd="0" destOrd="0" presId="urn:microsoft.com/office/officeart/2005/8/layout/hProcess9"/>
    <dgm:cxn modelId="{21DF7EBD-D05B-46C6-9879-F3E66E9CEF98}" type="presOf" srcId="{362E42E8-B886-4953-9ED7-1AEE6DE76F53}" destId="{A944B66F-F3A8-416E-BC76-1B2415669D71}" srcOrd="0" destOrd="0" presId="urn:microsoft.com/office/officeart/2005/8/layout/hProcess9"/>
    <dgm:cxn modelId="{E691F0EF-B565-42A5-96EE-30FA17F5F3C2}" type="presOf" srcId="{F68D10A2-5D40-41CD-9A31-740A598B56C6}" destId="{33C35166-A686-4D72-BB8B-7E011A294907}" srcOrd="0" destOrd="0" presId="urn:microsoft.com/office/officeart/2005/8/layout/hProcess9"/>
    <dgm:cxn modelId="{592436FE-A741-43F2-90B7-F1815E78BE79}" srcId="{7743ED51-36EF-48CF-AF70-73F8819F0F75}" destId="{F68D10A2-5D40-41CD-9A31-740A598B56C6}" srcOrd="3" destOrd="0" parTransId="{168C081B-6E38-43CD-8EBC-B5357C20800F}" sibTransId="{49CA43D9-C788-4020-9ED8-46B047C87F9B}"/>
    <dgm:cxn modelId="{61F6866C-2D54-4F6F-8F98-182B4893A219}" type="presParOf" srcId="{664E2FA3-BA5B-4AEF-8FBC-955BE2EC8AC4}" destId="{A4CF6579-CCD4-4DBD-8735-9419C1B5A9F2}" srcOrd="0" destOrd="0" presId="urn:microsoft.com/office/officeart/2005/8/layout/hProcess9"/>
    <dgm:cxn modelId="{692242F6-7E55-4B0D-9BE9-72D4D9D5B8E6}" type="presParOf" srcId="{664E2FA3-BA5B-4AEF-8FBC-955BE2EC8AC4}" destId="{E3CDBBBB-26DE-4218-A3E3-5A4CDB26E0AE}" srcOrd="1" destOrd="0" presId="urn:microsoft.com/office/officeart/2005/8/layout/hProcess9"/>
    <dgm:cxn modelId="{59962995-9E64-4006-A6BC-D01AB2ECC0D4}" type="presParOf" srcId="{E3CDBBBB-26DE-4218-A3E3-5A4CDB26E0AE}" destId="{C04F290E-ABA2-4B59-91EC-FEEBA018567B}" srcOrd="0" destOrd="0" presId="urn:microsoft.com/office/officeart/2005/8/layout/hProcess9"/>
    <dgm:cxn modelId="{68CE37B8-D477-4739-B5FE-B48E072FB0CD}" type="presParOf" srcId="{E3CDBBBB-26DE-4218-A3E3-5A4CDB26E0AE}" destId="{BA3EFE16-EA78-4D44-BC7F-089555E484E6}" srcOrd="1" destOrd="0" presId="urn:microsoft.com/office/officeart/2005/8/layout/hProcess9"/>
    <dgm:cxn modelId="{9192E55C-F083-4216-9CDD-6F9783396B83}" type="presParOf" srcId="{E3CDBBBB-26DE-4218-A3E3-5A4CDB26E0AE}" destId="{A944B66F-F3A8-416E-BC76-1B2415669D71}" srcOrd="2" destOrd="0" presId="urn:microsoft.com/office/officeart/2005/8/layout/hProcess9"/>
    <dgm:cxn modelId="{8AD96210-EE21-48CE-B66C-61754DC64823}" type="presParOf" srcId="{E3CDBBBB-26DE-4218-A3E3-5A4CDB26E0AE}" destId="{9FB0240F-203E-4C1B-8805-F947DE80F07A}" srcOrd="3" destOrd="0" presId="urn:microsoft.com/office/officeart/2005/8/layout/hProcess9"/>
    <dgm:cxn modelId="{4F15E8BB-7C34-4222-BABA-14D3DFFBCFB6}" type="presParOf" srcId="{E3CDBBBB-26DE-4218-A3E3-5A4CDB26E0AE}" destId="{EE014D68-DCE4-4465-B4FE-7745D9351E9D}" srcOrd="4" destOrd="0" presId="urn:microsoft.com/office/officeart/2005/8/layout/hProcess9"/>
    <dgm:cxn modelId="{D0E4A383-5452-4D2D-AAFE-40751138632E}" type="presParOf" srcId="{E3CDBBBB-26DE-4218-A3E3-5A4CDB26E0AE}" destId="{8DC252CF-0638-42EA-A5D7-3A37EACB1061}" srcOrd="5" destOrd="0" presId="urn:microsoft.com/office/officeart/2005/8/layout/hProcess9"/>
    <dgm:cxn modelId="{00EFAE68-C41D-4A05-93E0-0E4C0AD8AD6D}" type="presParOf" srcId="{E3CDBBBB-26DE-4218-A3E3-5A4CDB26E0AE}" destId="{33C35166-A686-4D72-BB8B-7E011A294907}" srcOrd="6" destOrd="0" presId="urn:microsoft.com/office/officeart/2005/8/layout/hProcess9"/>
    <dgm:cxn modelId="{47DDB734-67FE-40D2-86CF-329989565957}" type="presParOf" srcId="{E3CDBBBB-26DE-4218-A3E3-5A4CDB26E0AE}" destId="{49AFCFC4-4945-4796-AFDA-C1F83DABE7D3}" srcOrd="7" destOrd="0" presId="urn:microsoft.com/office/officeart/2005/8/layout/hProcess9"/>
    <dgm:cxn modelId="{8497FF5B-230D-46E0-BABD-899AB7FD8705}" type="presParOf" srcId="{E3CDBBBB-26DE-4218-A3E3-5A4CDB26E0AE}" destId="{A2C7E639-0E0C-4CC7-9056-7EB97273DCF4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C05792-4E05-460B-A767-EDA1031C0BB7}" type="doc">
      <dgm:prSet loTypeId="urn:microsoft.com/office/officeart/2005/8/layout/venn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kumimoji="1" lang="ja-JP" altLang="en-US"/>
        </a:p>
      </dgm:t>
    </dgm:pt>
    <dgm:pt modelId="{A72C847D-7953-4971-BABE-12A816AB1CBE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加害者の脅迫や手なずけ</a:t>
          </a:r>
        </a:p>
      </dgm:t>
    </dgm:pt>
    <dgm:pt modelId="{32D56334-DEB7-4C3C-BC57-A543A494BFAF}" type="par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0E7011AE-0F6F-4B68-9D52-52E8D555C92E}" type="sib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2EEBCBE-FE26-4665-AE6A-BB7E5301DF82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信じてもらえない恐怖</a:t>
          </a:r>
        </a:p>
      </dgm:t>
    </dgm:pt>
    <dgm:pt modelId="{BB84C7FA-0894-4216-8AA3-32F14F9D7C33}" type="par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A0B80BA-80D6-410C-92BB-3415D9F727BE}" type="sib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3F7AE9-54B7-45D4-A7C4-928DF8FE483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行われていることが被害だと分からない</a:t>
          </a:r>
        </a:p>
      </dgm:t>
    </dgm:pt>
    <dgm:pt modelId="{0966E788-6016-492F-9685-A14B8CDA70C2}" type="par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A4481C5-F558-4796-A2AD-2297FED74D2A}" type="sib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62E535E-FF75-40CF-B53E-CB54027BF342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自責や恥の感情、話してはいけないと思う</a:t>
          </a:r>
        </a:p>
      </dgm:t>
    </dgm:pt>
    <dgm:pt modelId="{D9CE8A6D-CB44-4D52-BA2F-93A9E723CDB9}" type="par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AD481C94-0703-4545-8EDC-E86D0C1E8566}" type="sib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1E541E8B-B4C4-4DF6-B330-F2550E26AB9A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開示のプロセスは行きつ戻りつする</a:t>
          </a:r>
        </a:p>
      </dgm:t>
    </dgm:pt>
    <dgm:pt modelId="{B6CDC671-BE6F-4CCC-9C1B-15C728F1130E}" type="parTrans" cxnId="{80D1DC6B-F579-473B-BAAE-8485A93BEBE4}">
      <dgm:prSet/>
      <dgm:spPr/>
      <dgm:t>
        <a:bodyPr/>
        <a:lstStyle/>
        <a:p>
          <a:pPr algn="l"/>
          <a:endParaRPr kumimoji="1" lang="ja-JP" altLang="en-US"/>
        </a:p>
      </dgm:t>
    </dgm:pt>
    <dgm:pt modelId="{7721707A-3650-4404-8139-E3925C566375}" type="sibTrans" cxnId="{80D1DC6B-F579-473B-BAAE-8485A93BEBE4}">
      <dgm:prSet/>
      <dgm:spPr/>
      <dgm:t>
        <a:bodyPr/>
        <a:lstStyle/>
        <a:p>
          <a:pPr algn="l"/>
          <a:endParaRPr kumimoji="1" lang="ja-JP" altLang="en-US"/>
        </a:p>
      </dgm:t>
    </dgm:pt>
    <dgm:pt modelId="{88067422-9173-4DEC-A80D-88C36CC4F610}" type="pres">
      <dgm:prSet presAssocID="{A9C05792-4E05-460B-A767-EDA1031C0BB7}" presName="Name0" presStyleCnt="0">
        <dgm:presLayoutVars>
          <dgm:dir/>
          <dgm:resizeHandles val="exact"/>
        </dgm:presLayoutVars>
      </dgm:prSet>
      <dgm:spPr/>
    </dgm:pt>
    <dgm:pt modelId="{D0FCFAE5-BBFE-4BE6-98C0-6ED05F4E7FF2}" type="pres">
      <dgm:prSet presAssocID="{A72C847D-7953-4971-BABE-12A816AB1CBE}" presName="Name5" presStyleLbl="vennNode1" presStyleIdx="0" presStyleCnt="5">
        <dgm:presLayoutVars>
          <dgm:bulletEnabled val="1"/>
        </dgm:presLayoutVars>
      </dgm:prSet>
      <dgm:spPr/>
    </dgm:pt>
    <dgm:pt modelId="{FAB9D2C9-132A-46DC-BF45-A1EC5B152A8A}" type="pres">
      <dgm:prSet presAssocID="{0E7011AE-0F6F-4B68-9D52-52E8D555C92E}" presName="space" presStyleCnt="0"/>
      <dgm:spPr/>
    </dgm:pt>
    <dgm:pt modelId="{F874669A-9882-4A69-BB12-863AE896652C}" type="pres">
      <dgm:prSet presAssocID="{C2EEBCBE-FE26-4665-AE6A-BB7E5301DF82}" presName="Name5" presStyleLbl="vennNode1" presStyleIdx="1" presStyleCnt="5">
        <dgm:presLayoutVars>
          <dgm:bulletEnabled val="1"/>
        </dgm:presLayoutVars>
      </dgm:prSet>
      <dgm:spPr/>
    </dgm:pt>
    <dgm:pt modelId="{B03E7945-54B4-4612-9B70-94E46F45342A}" type="pres">
      <dgm:prSet presAssocID="{8A0B80BA-80D6-410C-92BB-3415D9F727BE}" presName="space" presStyleCnt="0"/>
      <dgm:spPr/>
    </dgm:pt>
    <dgm:pt modelId="{81EA4D26-6F69-4667-ACD9-037F0EAA0A2C}" type="pres">
      <dgm:prSet presAssocID="{8F3F7AE9-54B7-45D4-A7C4-928DF8FE4839}" presName="Name5" presStyleLbl="vennNode1" presStyleIdx="2" presStyleCnt="5">
        <dgm:presLayoutVars>
          <dgm:bulletEnabled val="1"/>
        </dgm:presLayoutVars>
      </dgm:prSet>
      <dgm:spPr/>
    </dgm:pt>
    <dgm:pt modelId="{7158E5DC-A672-4951-8165-3078866EDEA4}" type="pres">
      <dgm:prSet presAssocID="{DA4481C5-F558-4796-A2AD-2297FED74D2A}" presName="space" presStyleCnt="0"/>
      <dgm:spPr/>
    </dgm:pt>
    <dgm:pt modelId="{33C99ACB-98BB-4B81-AAF2-BA2CB1A3E889}" type="pres">
      <dgm:prSet presAssocID="{362E535E-FF75-40CF-B53E-CB54027BF342}" presName="Name5" presStyleLbl="vennNode1" presStyleIdx="3" presStyleCnt="5">
        <dgm:presLayoutVars>
          <dgm:bulletEnabled val="1"/>
        </dgm:presLayoutVars>
      </dgm:prSet>
      <dgm:spPr/>
    </dgm:pt>
    <dgm:pt modelId="{77D972C0-6A57-42E9-9879-5DA1ED212DFB}" type="pres">
      <dgm:prSet presAssocID="{AD481C94-0703-4545-8EDC-E86D0C1E8566}" presName="space" presStyleCnt="0"/>
      <dgm:spPr/>
    </dgm:pt>
    <dgm:pt modelId="{2A6846B5-BDC7-4279-91CD-89C1A030BD6D}" type="pres">
      <dgm:prSet presAssocID="{1E541E8B-B4C4-4DF6-B330-F2550E26AB9A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920E9D24-8973-402E-8382-BB63957D0879}" srcId="{A9C05792-4E05-460B-A767-EDA1031C0BB7}" destId="{8F3F7AE9-54B7-45D4-A7C4-928DF8FE4839}" srcOrd="2" destOrd="0" parTransId="{0966E788-6016-492F-9685-A14B8CDA70C2}" sibTransId="{DA4481C5-F558-4796-A2AD-2297FED74D2A}"/>
    <dgm:cxn modelId="{ACBADB60-1DD5-46D1-A3B2-028234D7F0B8}" srcId="{A9C05792-4E05-460B-A767-EDA1031C0BB7}" destId="{A72C847D-7953-4971-BABE-12A816AB1CBE}" srcOrd="0" destOrd="0" parTransId="{32D56334-DEB7-4C3C-BC57-A543A494BFAF}" sibTransId="{0E7011AE-0F6F-4B68-9D52-52E8D555C92E}"/>
    <dgm:cxn modelId="{80D1DC6B-F579-473B-BAAE-8485A93BEBE4}" srcId="{A9C05792-4E05-460B-A767-EDA1031C0BB7}" destId="{1E541E8B-B4C4-4DF6-B330-F2550E26AB9A}" srcOrd="4" destOrd="0" parTransId="{B6CDC671-BE6F-4CCC-9C1B-15C728F1130E}" sibTransId="{7721707A-3650-4404-8139-E3925C566375}"/>
    <dgm:cxn modelId="{49F77F8A-EDE9-4E1E-9E7A-C49415964210}" type="presOf" srcId="{A9C05792-4E05-460B-A767-EDA1031C0BB7}" destId="{88067422-9173-4DEC-A80D-88C36CC4F610}" srcOrd="0" destOrd="0" presId="urn:microsoft.com/office/officeart/2005/8/layout/venn3"/>
    <dgm:cxn modelId="{031AEA8B-84F2-4A62-9580-80336163CB06}" srcId="{A9C05792-4E05-460B-A767-EDA1031C0BB7}" destId="{C2EEBCBE-FE26-4665-AE6A-BB7E5301DF82}" srcOrd="1" destOrd="0" parTransId="{BB84C7FA-0894-4216-8AA3-32F14F9D7C33}" sibTransId="{8A0B80BA-80D6-410C-92BB-3415D9F727BE}"/>
    <dgm:cxn modelId="{4717B891-ECFA-4662-A9F0-14313863DC13}" type="presOf" srcId="{362E535E-FF75-40CF-B53E-CB54027BF342}" destId="{33C99ACB-98BB-4B81-AAF2-BA2CB1A3E889}" srcOrd="0" destOrd="0" presId="urn:microsoft.com/office/officeart/2005/8/layout/venn3"/>
    <dgm:cxn modelId="{899D95B2-B74C-443A-B26A-7067D9C1A191}" type="presOf" srcId="{A72C847D-7953-4971-BABE-12A816AB1CBE}" destId="{D0FCFAE5-BBFE-4BE6-98C0-6ED05F4E7FF2}" srcOrd="0" destOrd="0" presId="urn:microsoft.com/office/officeart/2005/8/layout/venn3"/>
    <dgm:cxn modelId="{14F568B7-BAB3-4B18-B997-2D1C02B644E2}" srcId="{A9C05792-4E05-460B-A767-EDA1031C0BB7}" destId="{362E535E-FF75-40CF-B53E-CB54027BF342}" srcOrd="3" destOrd="0" parTransId="{D9CE8A6D-CB44-4D52-BA2F-93A9E723CDB9}" sibTransId="{AD481C94-0703-4545-8EDC-E86D0C1E8566}"/>
    <dgm:cxn modelId="{F6D879D0-B862-4138-A032-4E0983561368}" type="presOf" srcId="{C2EEBCBE-FE26-4665-AE6A-BB7E5301DF82}" destId="{F874669A-9882-4A69-BB12-863AE896652C}" srcOrd="0" destOrd="0" presId="urn:microsoft.com/office/officeart/2005/8/layout/venn3"/>
    <dgm:cxn modelId="{417AF8D6-D701-4FEB-B3E3-70D0577A5250}" type="presOf" srcId="{1E541E8B-B4C4-4DF6-B330-F2550E26AB9A}" destId="{2A6846B5-BDC7-4279-91CD-89C1A030BD6D}" srcOrd="0" destOrd="0" presId="urn:microsoft.com/office/officeart/2005/8/layout/venn3"/>
    <dgm:cxn modelId="{B5430BEA-56AB-41EC-B161-82091744CF96}" type="presOf" srcId="{8F3F7AE9-54B7-45D4-A7C4-928DF8FE4839}" destId="{81EA4D26-6F69-4667-ACD9-037F0EAA0A2C}" srcOrd="0" destOrd="0" presId="urn:microsoft.com/office/officeart/2005/8/layout/venn3"/>
    <dgm:cxn modelId="{5932F06A-D7E1-4616-92CE-57C4293ECD64}" type="presParOf" srcId="{88067422-9173-4DEC-A80D-88C36CC4F610}" destId="{D0FCFAE5-BBFE-4BE6-98C0-6ED05F4E7FF2}" srcOrd="0" destOrd="0" presId="urn:microsoft.com/office/officeart/2005/8/layout/venn3"/>
    <dgm:cxn modelId="{23C83452-BD06-4884-A7A6-C9479AA72134}" type="presParOf" srcId="{88067422-9173-4DEC-A80D-88C36CC4F610}" destId="{FAB9D2C9-132A-46DC-BF45-A1EC5B152A8A}" srcOrd="1" destOrd="0" presId="urn:microsoft.com/office/officeart/2005/8/layout/venn3"/>
    <dgm:cxn modelId="{9E59885A-0055-4A27-B2C1-52F5DB80A0FF}" type="presParOf" srcId="{88067422-9173-4DEC-A80D-88C36CC4F610}" destId="{F874669A-9882-4A69-BB12-863AE896652C}" srcOrd="2" destOrd="0" presId="urn:microsoft.com/office/officeart/2005/8/layout/venn3"/>
    <dgm:cxn modelId="{F4480EE5-3D8A-4F8C-9583-1F36B8C7F733}" type="presParOf" srcId="{88067422-9173-4DEC-A80D-88C36CC4F610}" destId="{B03E7945-54B4-4612-9B70-94E46F45342A}" srcOrd="3" destOrd="0" presId="urn:microsoft.com/office/officeart/2005/8/layout/venn3"/>
    <dgm:cxn modelId="{CB947B21-0074-49AB-BC9B-535F9381B882}" type="presParOf" srcId="{88067422-9173-4DEC-A80D-88C36CC4F610}" destId="{81EA4D26-6F69-4667-ACD9-037F0EAA0A2C}" srcOrd="4" destOrd="0" presId="urn:microsoft.com/office/officeart/2005/8/layout/venn3"/>
    <dgm:cxn modelId="{FA3A8457-9369-47E6-B6CB-D0F99F9BC514}" type="presParOf" srcId="{88067422-9173-4DEC-A80D-88C36CC4F610}" destId="{7158E5DC-A672-4951-8165-3078866EDEA4}" srcOrd="5" destOrd="0" presId="urn:microsoft.com/office/officeart/2005/8/layout/venn3"/>
    <dgm:cxn modelId="{E8DC5D07-C50B-4ED1-A287-6E525EC9F9E8}" type="presParOf" srcId="{88067422-9173-4DEC-A80D-88C36CC4F610}" destId="{33C99ACB-98BB-4B81-AAF2-BA2CB1A3E889}" srcOrd="6" destOrd="0" presId="urn:microsoft.com/office/officeart/2005/8/layout/venn3"/>
    <dgm:cxn modelId="{32CDABAC-987E-48FB-9D11-EF39B83A66D3}" type="presParOf" srcId="{88067422-9173-4DEC-A80D-88C36CC4F610}" destId="{77D972C0-6A57-42E9-9879-5DA1ED212DFB}" srcOrd="7" destOrd="0" presId="urn:microsoft.com/office/officeart/2005/8/layout/venn3"/>
    <dgm:cxn modelId="{53BD3716-8599-4C9D-AF29-0391FE16494D}" type="presParOf" srcId="{88067422-9173-4DEC-A80D-88C36CC4F610}" destId="{2A6846B5-BDC7-4279-91CD-89C1A030BD6D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279A181-692D-4E09-B273-35E1E8CD226E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kumimoji="1" lang="ja-JP" altLang="en-US"/>
        </a:p>
      </dgm:t>
    </dgm:pt>
    <dgm:pt modelId="{5935094B-67B7-48CD-B1E9-8DCAC9EFA09B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gm:t>
    </dgm:pt>
    <dgm:pt modelId="{0E4F088A-F874-4F56-B873-5AE4CD11766D}" type="par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5CCA200D-FA14-444A-94F6-1D939538C6C7}" type="sib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2346CE0-9840-4D63-B45B-C77E5A7B1BB1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ルール作り（大きなルール、自分たちのルール、ルールの背景の理解）</a:t>
          </a:r>
        </a:p>
      </dgm:t>
    </dgm:pt>
    <dgm:pt modelId="{A3A04C31-BC56-47A7-B987-0123AD2EB7ED}" type="par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49FB62-D845-4B8C-9400-BC8660CAFCDC}" type="sib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893B0EA-ACD4-4FAA-B518-7C641E3A6B75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校内環境点検（死角をなくす）</a:t>
          </a:r>
        </a:p>
      </dgm:t>
    </dgm:pt>
    <dgm:pt modelId="{482DAB0B-30C7-42EE-9BF4-500DEF0B60E6}" type="parTrans" cxnId="{FBEF4552-BE6C-4967-A3C5-6EB2E5FD9441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26B1880-3AAB-4795-AABF-A16A2BA5D87C}" type="sibTrans" cxnId="{FBEF4552-BE6C-4967-A3C5-6EB2E5FD9441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883F21A-763F-4623-9DE2-8A4D35B0F88A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gm:t>
    </dgm:pt>
    <dgm:pt modelId="{E3E622C3-95B6-4D44-A6BB-71F8C03CA572}" type="par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91CFAD1-151D-4B8E-950D-73A42CBC75F5}" type="sib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7272658A-3600-4124-B163-BBFBC7240043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研修による意識改革</a:t>
          </a:r>
          <a:r>
            <a: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(</a:t>
          </a:r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（性暴力に関する理解浸透、自分事として捉える研修、アンコンシャス・バイアスへの気づき）</a:t>
          </a:r>
        </a:p>
      </dgm:t>
    </dgm:pt>
    <dgm:pt modelId="{6ED8421A-CD60-4963-BF7F-BB40EC717BA8}" type="par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48F5769-0EC2-43BC-886B-A0A1D317609D}" type="sib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E748F8C-647E-45A8-BF3D-183F69BCA479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安全な組織の整備（相談しあえる、違和感を共有しあえる、透明で安全な組織）</a:t>
          </a:r>
        </a:p>
      </dgm:t>
    </dgm:pt>
    <dgm:pt modelId="{4BC7CF69-3891-418F-B6C9-2018C2214C11}" type="par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F9B54B9F-7E86-4B7C-B3D5-BCE353A3ED45}" type="sib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C2732A2C-E54A-42F5-9522-B3BD5A1DF444}" type="pres">
      <dgm:prSet presAssocID="{1279A181-692D-4E09-B273-35E1E8CD226E}" presName="Name0" presStyleCnt="0">
        <dgm:presLayoutVars>
          <dgm:dir/>
          <dgm:animLvl val="lvl"/>
          <dgm:resizeHandles val="exact"/>
        </dgm:presLayoutVars>
      </dgm:prSet>
      <dgm:spPr/>
    </dgm:pt>
    <dgm:pt modelId="{F422A51B-B89F-48FC-87FC-2BF9A81CD9C3}" type="pres">
      <dgm:prSet presAssocID="{5935094B-67B7-48CD-B1E9-8DCAC9EFA09B}" presName="composite" presStyleCnt="0"/>
      <dgm:spPr/>
    </dgm:pt>
    <dgm:pt modelId="{BD0B3232-0759-43E0-8E1B-408DE5BF1F24}" type="pres">
      <dgm:prSet presAssocID="{5935094B-67B7-48CD-B1E9-8DCAC9EFA09B}" presName="parTx" presStyleLbl="alignNode1" presStyleIdx="0" presStyleCnt="2" custScaleY="106856" custLinFactNeighborY="-3539">
        <dgm:presLayoutVars>
          <dgm:chMax val="0"/>
          <dgm:chPref val="0"/>
          <dgm:bulletEnabled val="1"/>
        </dgm:presLayoutVars>
      </dgm:prSet>
      <dgm:spPr/>
    </dgm:pt>
    <dgm:pt modelId="{04A6BE07-5FF2-4D51-8613-D5E52ACBD911}" type="pres">
      <dgm:prSet presAssocID="{5935094B-67B7-48CD-B1E9-8DCAC9EFA09B}" presName="desTx" presStyleLbl="alignAccFollowNode1" presStyleIdx="0" presStyleCnt="2" custLinFactNeighborY="-2964">
        <dgm:presLayoutVars>
          <dgm:bulletEnabled val="1"/>
        </dgm:presLayoutVars>
      </dgm:prSet>
      <dgm:spPr/>
    </dgm:pt>
    <dgm:pt modelId="{0030A96B-3255-426C-A353-7220D3384246}" type="pres">
      <dgm:prSet presAssocID="{5CCA200D-FA14-444A-94F6-1D939538C6C7}" presName="space" presStyleCnt="0"/>
      <dgm:spPr/>
    </dgm:pt>
    <dgm:pt modelId="{B1EA98D0-8494-4E92-8A49-1FFBB55F1323}" type="pres">
      <dgm:prSet presAssocID="{E883F21A-763F-4623-9DE2-8A4D35B0F88A}" presName="composite" presStyleCnt="0"/>
      <dgm:spPr/>
    </dgm:pt>
    <dgm:pt modelId="{2C1E3A73-0D5D-4B23-8165-1B33FDFFCBC3}" type="pres">
      <dgm:prSet presAssocID="{E883F21A-763F-4623-9DE2-8A4D35B0F88A}" presName="parTx" presStyleLbl="alignNode1" presStyleIdx="1" presStyleCnt="2" custScaleY="96154" custLinFactNeighborY="-8003">
        <dgm:presLayoutVars>
          <dgm:chMax val="0"/>
          <dgm:chPref val="0"/>
          <dgm:bulletEnabled val="1"/>
        </dgm:presLayoutVars>
      </dgm:prSet>
      <dgm:spPr/>
    </dgm:pt>
    <dgm:pt modelId="{C6385AA3-F28C-482F-931F-3910978579DB}" type="pres">
      <dgm:prSet presAssocID="{E883F21A-763F-4623-9DE2-8A4D35B0F88A}" presName="desTx" presStyleLbl="alignAccFollowNode1" presStyleIdx="1" presStyleCnt="2" custScaleY="99670" custLinFactNeighborY="-2280">
        <dgm:presLayoutVars>
          <dgm:bulletEnabled val="1"/>
        </dgm:presLayoutVars>
      </dgm:prSet>
      <dgm:spPr/>
    </dgm:pt>
  </dgm:ptLst>
  <dgm:cxnLst>
    <dgm:cxn modelId="{327CB102-577C-4AD9-8C1C-2D474E742A7B}" type="presOf" srcId="{5935094B-67B7-48CD-B1E9-8DCAC9EFA09B}" destId="{BD0B3232-0759-43E0-8E1B-408DE5BF1F24}" srcOrd="0" destOrd="0" presId="urn:microsoft.com/office/officeart/2005/8/layout/hList1"/>
    <dgm:cxn modelId="{C68F8B1F-EF96-4FD3-89D0-04E3DB706B77}" type="presOf" srcId="{42346CE0-9840-4D63-B45B-C77E5A7B1BB1}" destId="{04A6BE07-5FF2-4D51-8613-D5E52ACBD911}" srcOrd="0" destOrd="0" presId="urn:microsoft.com/office/officeart/2005/8/layout/hList1"/>
    <dgm:cxn modelId="{4DB90E30-C83D-4D76-A851-FBBF5C711C89}" type="presOf" srcId="{7272658A-3600-4124-B163-BBFBC7240043}" destId="{C6385AA3-F28C-482F-931F-3910978579DB}" srcOrd="0" destOrd="0" presId="urn:microsoft.com/office/officeart/2005/8/layout/hList1"/>
    <dgm:cxn modelId="{FBEF4552-BE6C-4967-A3C5-6EB2E5FD9441}" srcId="{5935094B-67B7-48CD-B1E9-8DCAC9EFA09B}" destId="{4893B0EA-ACD4-4FAA-B518-7C641E3A6B75}" srcOrd="1" destOrd="0" parTransId="{482DAB0B-30C7-42EE-9BF4-500DEF0B60E6}" sibTransId="{326B1880-3AAB-4795-AABF-A16A2BA5D87C}"/>
    <dgm:cxn modelId="{16DADE73-4CEE-416A-9117-5C7B5C9A6B95}" type="presOf" srcId="{E883F21A-763F-4623-9DE2-8A4D35B0F88A}" destId="{2C1E3A73-0D5D-4B23-8165-1B33FDFFCBC3}" srcOrd="0" destOrd="0" presId="urn:microsoft.com/office/officeart/2005/8/layout/hList1"/>
    <dgm:cxn modelId="{E7F26F75-8662-4FBB-8D2B-0AAE093EF88F}" srcId="{5935094B-67B7-48CD-B1E9-8DCAC9EFA09B}" destId="{42346CE0-9840-4D63-B45B-C77E5A7B1BB1}" srcOrd="0" destOrd="0" parTransId="{A3A04C31-BC56-47A7-B987-0123AD2EB7ED}" sibTransId="{8F49FB62-D845-4B8C-9400-BC8660CAFCDC}"/>
    <dgm:cxn modelId="{FA33A059-6234-4DC1-BCFC-A359888A7516}" type="presOf" srcId="{4E748F8C-647E-45A8-BF3D-183F69BCA479}" destId="{C6385AA3-F28C-482F-931F-3910978579DB}" srcOrd="0" destOrd="1" presId="urn:microsoft.com/office/officeart/2005/8/layout/hList1"/>
    <dgm:cxn modelId="{4F9355A3-F3EA-40EB-BA0E-4C4CC94B05C7}" type="presOf" srcId="{1279A181-692D-4E09-B273-35E1E8CD226E}" destId="{C2732A2C-E54A-42F5-9522-B3BD5A1DF444}" srcOrd="0" destOrd="0" presId="urn:microsoft.com/office/officeart/2005/8/layout/hList1"/>
    <dgm:cxn modelId="{C82200A8-CDED-4E2D-B6E2-A305937F6EB1}" type="presOf" srcId="{4893B0EA-ACD4-4FAA-B518-7C641E3A6B75}" destId="{04A6BE07-5FF2-4D51-8613-D5E52ACBD911}" srcOrd="0" destOrd="1" presId="urn:microsoft.com/office/officeart/2005/8/layout/hList1"/>
    <dgm:cxn modelId="{6ECC92A8-641B-4668-9A6C-ABBC33223A6D}" srcId="{1279A181-692D-4E09-B273-35E1E8CD226E}" destId="{E883F21A-763F-4623-9DE2-8A4D35B0F88A}" srcOrd="1" destOrd="0" parTransId="{E3E622C3-95B6-4D44-A6BB-71F8C03CA572}" sibTransId="{D91CFAD1-151D-4B8E-950D-73A42CBC75F5}"/>
    <dgm:cxn modelId="{B27DA6E1-E938-4F7B-841A-D3EE1F4F29E5}" srcId="{1279A181-692D-4E09-B273-35E1E8CD226E}" destId="{5935094B-67B7-48CD-B1E9-8DCAC9EFA09B}" srcOrd="0" destOrd="0" parTransId="{0E4F088A-F874-4F56-B873-5AE4CD11766D}" sibTransId="{5CCA200D-FA14-444A-94F6-1D939538C6C7}"/>
    <dgm:cxn modelId="{33A957E7-1DCD-478F-A5E3-373877C8A1C7}" srcId="{E883F21A-763F-4623-9DE2-8A4D35B0F88A}" destId="{7272658A-3600-4124-B163-BBFBC7240043}" srcOrd="0" destOrd="0" parTransId="{6ED8421A-CD60-4963-BF7F-BB40EC717BA8}" sibTransId="{448F5769-0EC2-43BC-886B-A0A1D317609D}"/>
    <dgm:cxn modelId="{37AAD9E8-36F2-4D27-97D8-756C0AE1E849}" srcId="{E883F21A-763F-4623-9DE2-8A4D35B0F88A}" destId="{4E748F8C-647E-45A8-BF3D-183F69BCA479}" srcOrd="1" destOrd="0" parTransId="{4BC7CF69-3891-418F-B6C9-2018C2214C11}" sibTransId="{F9B54B9F-7E86-4B7C-B3D5-BCE353A3ED45}"/>
    <dgm:cxn modelId="{05687975-6A40-443B-BF66-390408A42FB8}" type="presParOf" srcId="{C2732A2C-E54A-42F5-9522-B3BD5A1DF444}" destId="{F422A51B-B89F-48FC-87FC-2BF9A81CD9C3}" srcOrd="0" destOrd="0" presId="urn:microsoft.com/office/officeart/2005/8/layout/hList1"/>
    <dgm:cxn modelId="{593EB33A-6D7E-49F7-B435-17AEBE1C9AAA}" type="presParOf" srcId="{F422A51B-B89F-48FC-87FC-2BF9A81CD9C3}" destId="{BD0B3232-0759-43E0-8E1B-408DE5BF1F24}" srcOrd="0" destOrd="0" presId="urn:microsoft.com/office/officeart/2005/8/layout/hList1"/>
    <dgm:cxn modelId="{168997E4-416B-4442-9DB3-F9FC5EA66EFE}" type="presParOf" srcId="{F422A51B-B89F-48FC-87FC-2BF9A81CD9C3}" destId="{04A6BE07-5FF2-4D51-8613-D5E52ACBD911}" srcOrd="1" destOrd="0" presId="urn:microsoft.com/office/officeart/2005/8/layout/hList1"/>
    <dgm:cxn modelId="{F0FC7B1F-29A6-4D1A-A401-3276077F7433}" type="presParOf" srcId="{C2732A2C-E54A-42F5-9522-B3BD5A1DF444}" destId="{0030A96B-3255-426C-A353-7220D3384246}" srcOrd="1" destOrd="0" presId="urn:microsoft.com/office/officeart/2005/8/layout/hList1"/>
    <dgm:cxn modelId="{32DF20A8-332B-4CCC-BBB5-C89828587ACC}" type="presParOf" srcId="{C2732A2C-E54A-42F5-9522-B3BD5A1DF444}" destId="{B1EA98D0-8494-4E92-8A49-1FFBB55F1323}" srcOrd="2" destOrd="0" presId="urn:microsoft.com/office/officeart/2005/8/layout/hList1"/>
    <dgm:cxn modelId="{8FD7D3E3-E1EF-468B-9F10-B5A24CBD8F4E}" type="presParOf" srcId="{B1EA98D0-8494-4E92-8A49-1FFBB55F1323}" destId="{2C1E3A73-0D5D-4B23-8165-1B33FDFFCBC3}" srcOrd="0" destOrd="0" presId="urn:microsoft.com/office/officeart/2005/8/layout/hList1"/>
    <dgm:cxn modelId="{827A834C-6985-4FC4-B592-C247170FC1E6}" type="presParOf" srcId="{B1EA98D0-8494-4E92-8A49-1FFBB55F1323}" destId="{C6385AA3-F28C-482F-931F-3910978579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79A181-692D-4E09-B273-35E1E8CD226E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kumimoji="1" lang="ja-JP" altLang="en-US"/>
        </a:p>
      </dgm:t>
    </dgm:pt>
    <dgm:pt modelId="{5935094B-67B7-48CD-B1E9-8DCAC9EFA09B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gm:t>
    </dgm:pt>
    <dgm:pt modelId="{0E4F088A-F874-4F56-B873-5AE4CD11766D}" type="par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5CCA200D-FA14-444A-94F6-1D939538C6C7}" type="sib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2346CE0-9840-4D63-B45B-C77E5A7B1BB1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相談窓口の整備</a:t>
          </a:r>
        </a:p>
      </dgm:t>
    </dgm:pt>
    <dgm:pt modelId="{A3A04C31-BC56-47A7-B987-0123AD2EB7ED}" type="par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49FB62-D845-4B8C-9400-BC8660CAFCDC}" type="sib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883F21A-763F-4623-9DE2-8A4D35B0F88A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gm:t>
    </dgm:pt>
    <dgm:pt modelId="{E3E622C3-95B6-4D44-A6BB-71F8C03CA572}" type="par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91CFAD1-151D-4B8E-950D-73A42CBC75F5}" type="sib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7272658A-3600-4124-B163-BBFBC7240043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トラウマインフォームドケアなど子供の変化をキャッチする視点、相談しやすい関係づくり</a:t>
          </a:r>
        </a:p>
      </dgm:t>
    </dgm:pt>
    <dgm:pt modelId="{6ED8421A-CD60-4963-BF7F-BB40EC717BA8}" type="par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48F5769-0EC2-43BC-886B-A0A1D317609D}" type="sib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E748F8C-647E-45A8-BF3D-183F69BCA479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子供の被害申告を聴くための研修</a:t>
          </a:r>
        </a:p>
      </dgm:t>
    </dgm:pt>
    <dgm:pt modelId="{4BC7CF69-3891-418F-B6C9-2018C2214C11}" type="par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F9B54B9F-7E86-4B7C-B3D5-BCE353A3ED45}" type="sib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5FC8BA6E-6E09-4895-9CDE-0558324D9BCD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マニュアル、フローの改訂およびその周知</a:t>
          </a:r>
        </a:p>
      </dgm:t>
    </dgm:pt>
    <dgm:pt modelId="{60171BB6-832C-4500-8857-DFAC24B18CE9}" type="parTrans" cxnId="{2B5D1C3F-8BEA-4747-946E-2E91F3AC5273}">
      <dgm:prSet/>
      <dgm:spPr/>
      <dgm:t>
        <a:bodyPr/>
        <a:lstStyle/>
        <a:p>
          <a:endParaRPr kumimoji="1" lang="ja-JP" altLang="en-US"/>
        </a:p>
      </dgm:t>
    </dgm:pt>
    <dgm:pt modelId="{B403AD6D-0CCA-4359-987D-A71340DCE2A0}" type="sibTrans" cxnId="{2B5D1C3F-8BEA-4747-946E-2E91F3AC5273}">
      <dgm:prSet/>
      <dgm:spPr/>
      <dgm:t>
        <a:bodyPr/>
        <a:lstStyle/>
        <a:p>
          <a:endParaRPr kumimoji="1" lang="ja-JP" altLang="en-US"/>
        </a:p>
      </dgm:t>
    </dgm:pt>
    <dgm:pt modelId="{C1D805E5-A70C-452D-9A94-578570D3D79A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日頃からの関係機関との連携強化（警察や児童相談所）</a:t>
          </a:r>
        </a:p>
      </dgm:t>
    </dgm:pt>
    <dgm:pt modelId="{A8499E58-5744-44DE-B01D-C46F39CC5489}" type="parTrans" cxnId="{B757DE4B-B476-4FFD-8781-58BAFB96AEE9}">
      <dgm:prSet/>
      <dgm:spPr/>
      <dgm:t>
        <a:bodyPr/>
        <a:lstStyle/>
        <a:p>
          <a:endParaRPr kumimoji="1" lang="ja-JP" altLang="en-US"/>
        </a:p>
      </dgm:t>
    </dgm:pt>
    <dgm:pt modelId="{030F7B7B-6A4B-4DFA-8AC9-75FD0AD4687F}" type="sibTrans" cxnId="{B757DE4B-B476-4FFD-8781-58BAFB96AEE9}">
      <dgm:prSet/>
      <dgm:spPr/>
      <dgm:t>
        <a:bodyPr/>
        <a:lstStyle/>
        <a:p>
          <a:endParaRPr kumimoji="1" lang="ja-JP" altLang="en-US"/>
        </a:p>
      </dgm:t>
    </dgm:pt>
    <dgm:pt modelId="{F5806769-3EF9-4A06-9B3A-DB730B72434C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性暴力の理解による二次加害の予防</a:t>
          </a:r>
        </a:p>
      </dgm:t>
    </dgm:pt>
    <dgm:pt modelId="{D79A7823-F869-4739-AC60-D1D1937F2DC2}" type="parTrans" cxnId="{9718C1DC-D0C8-4A2D-94A7-B890A0054E85}">
      <dgm:prSet/>
      <dgm:spPr/>
      <dgm:t>
        <a:bodyPr/>
        <a:lstStyle/>
        <a:p>
          <a:endParaRPr kumimoji="1" lang="ja-JP" altLang="en-US"/>
        </a:p>
      </dgm:t>
    </dgm:pt>
    <dgm:pt modelId="{698DEEBA-CB1F-4A18-920B-6C214AE40173}" type="sibTrans" cxnId="{9718C1DC-D0C8-4A2D-94A7-B890A0054E85}">
      <dgm:prSet/>
      <dgm:spPr/>
      <dgm:t>
        <a:bodyPr/>
        <a:lstStyle/>
        <a:p>
          <a:endParaRPr kumimoji="1" lang="ja-JP" altLang="en-US"/>
        </a:p>
      </dgm:t>
    </dgm:pt>
    <dgm:pt modelId="{697DBA30-2986-40A0-947F-80855E706BBA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相談しやすいシステム</a:t>
          </a:r>
        </a:p>
      </dgm:t>
    </dgm:pt>
    <dgm:pt modelId="{E869D2FE-ED3E-4C8D-9AEF-5370550F0FE6}" type="parTrans" cxnId="{5D230BDF-94F2-4B8A-8E07-951A5532CF24}">
      <dgm:prSet/>
      <dgm:spPr/>
      <dgm:t>
        <a:bodyPr/>
        <a:lstStyle/>
        <a:p>
          <a:endParaRPr kumimoji="1" lang="ja-JP" altLang="en-US"/>
        </a:p>
      </dgm:t>
    </dgm:pt>
    <dgm:pt modelId="{832E9279-AB86-4A1D-BBA4-799AF841E04C}" type="sibTrans" cxnId="{5D230BDF-94F2-4B8A-8E07-951A5532CF24}">
      <dgm:prSet/>
      <dgm:spPr/>
      <dgm:t>
        <a:bodyPr/>
        <a:lstStyle/>
        <a:p>
          <a:endParaRPr kumimoji="1" lang="ja-JP" altLang="en-US"/>
        </a:p>
      </dgm:t>
    </dgm:pt>
    <dgm:pt modelId="{C2732A2C-E54A-42F5-9522-B3BD5A1DF444}" type="pres">
      <dgm:prSet presAssocID="{1279A181-692D-4E09-B273-35E1E8CD226E}" presName="Name0" presStyleCnt="0">
        <dgm:presLayoutVars>
          <dgm:dir/>
          <dgm:animLvl val="lvl"/>
          <dgm:resizeHandles val="exact"/>
        </dgm:presLayoutVars>
      </dgm:prSet>
      <dgm:spPr/>
    </dgm:pt>
    <dgm:pt modelId="{F422A51B-B89F-48FC-87FC-2BF9A81CD9C3}" type="pres">
      <dgm:prSet presAssocID="{5935094B-67B7-48CD-B1E9-8DCAC9EFA09B}" presName="composite" presStyleCnt="0"/>
      <dgm:spPr/>
    </dgm:pt>
    <dgm:pt modelId="{BD0B3232-0759-43E0-8E1B-408DE5BF1F24}" type="pres">
      <dgm:prSet presAssocID="{5935094B-67B7-48CD-B1E9-8DCAC9EFA09B}" presName="parTx" presStyleLbl="alignNode1" presStyleIdx="0" presStyleCnt="2" custScaleY="88930">
        <dgm:presLayoutVars>
          <dgm:chMax val="0"/>
          <dgm:chPref val="0"/>
          <dgm:bulletEnabled val="1"/>
        </dgm:presLayoutVars>
      </dgm:prSet>
      <dgm:spPr/>
    </dgm:pt>
    <dgm:pt modelId="{04A6BE07-5FF2-4D51-8613-D5E52ACBD911}" type="pres">
      <dgm:prSet presAssocID="{5935094B-67B7-48CD-B1E9-8DCAC9EFA09B}" presName="desTx" presStyleLbl="alignAccFollowNode1" presStyleIdx="0" presStyleCnt="2">
        <dgm:presLayoutVars>
          <dgm:bulletEnabled val="1"/>
        </dgm:presLayoutVars>
      </dgm:prSet>
      <dgm:spPr/>
    </dgm:pt>
    <dgm:pt modelId="{0030A96B-3255-426C-A353-7220D3384246}" type="pres">
      <dgm:prSet presAssocID="{5CCA200D-FA14-444A-94F6-1D939538C6C7}" presName="space" presStyleCnt="0"/>
      <dgm:spPr/>
    </dgm:pt>
    <dgm:pt modelId="{B1EA98D0-8494-4E92-8A49-1FFBB55F1323}" type="pres">
      <dgm:prSet presAssocID="{E883F21A-763F-4623-9DE2-8A4D35B0F88A}" presName="composite" presStyleCnt="0"/>
      <dgm:spPr/>
    </dgm:pt>
    <dgm:pt modelId="{2C1E3A73-0D5D-4B23-8165-1B33FDFFCBC3}" type="pres">
      <dgm:prSet presAssocID="{E883F21A-763F-4623-9DE2-8A4D35B0F88A}" presName="parTx" presStyleLbl="alignNode1" presStyleIdx="1" presStyleCnt="2" custScaleY="88710">
        <dgm:presLayoutVars>
          <dgm:chMax val="0"/>
          <dgm:chPref val="0"/>
          <dgm:bulletEnabled val="1"/>
        </dgm:presLayoutVars>
      </dgm:prSet>
      <dgm:spPr/>
    </dgm:pt>
    <dgm:pt modelId="{C6385AA3-F28C-482F-931F-3910978579DB}" type="pres">
      <dgm:prSet presAssocID="{E883F21A-763F-4623-9DE2-8A4D35B0F88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27CB102-577C-4AD9-8C1C-2D474E742A7B}" type="presOf" srcId="{5935094B-67B7-48CD-B1E9-8DCAC9EFA09B}" destId="{BD0B3232-0759-43E0-8E1B-408DE5BF1F24}" srcOrd="0" destOrd="0" presId="urn:microsoft.com/office/officeart/2005/8/layout/hList1"/>
    <dgm:cxn modelId="{70E0AF12-A22F-4766-A1CD-7E1C0C833754}" type="presOf" srcId="{F5806769-3EF9-4A06-9B3A-DB730B72434C}" destId="{C6385AA3-F28C-482F-931F-3910978579DB}" srcOrd="0" destOrd="2" presId="urn:microsoft.com/office/officeart/2005/8/layout/hList1"/>
    <dgm:cxn modelId="{C68F8B1F-EF96-4FD3-89D0-04E3DB706B77}" type="presOf" srcId="{42346CE0-9840-4D63-B45B-C77E5A7B1BB1}" destId="{04A6BE07-5FF2-4D51-8613-D5E52ACBD911}" srcOrd="0" destOrd="0" presId="urn:microsoft.com/office/officeart/2005/8/layout/hList1"/>
    <dgm:cxn modelId="{4DB90E30-C83D-4D76-A851-FBBF5C711C89}" type="presOf" srcId="{7272658A-3600-4124-B163-BBFBC7240043}" destId="{C6385AA3-F28C-482F-931F-3910978579DB}" srcOrd="0" destOrd="0" presId="urn:microsoft.com/office/officeart/2005/8/layout/hList1"/>
    <dgm:cxn modelId="{2B5D1C3F-8BEA-4747-946E-2E91F3AC5273}" srcId="{5935094B-67B7-48CD-B1E9-8DCAC9EFA09B}" destId="{5FC8BA6E-6E09-4895-9CDE-0558324D9BCD}" srcOrd="2" destOrd="0" parTransId="{60171BB6-832C-4500-8857-DFAC24B18CE9}" sibTransId="{B403AD6D-0CCA-4359-987D-A71340DCE2A0}"/>
    <dgm:cxn modelId="{B757DE4B-B476-4FFD-8781-58BAFB96AEE9}" srcId="{5935094B-67B7-48CD-B1E9-8DCAC9EFA09B}" destId="{C1D805E5-A70C-452D-9A94-578570D3D79A}" srcOrd="3" destOrd="0" parTransId="{A8499E58-5744-44DE-B01D-C46F39CC5489}" sibTransId="{030F7B7B-6A4B-4DFA-8AC9-75FD0AD4687F}"/>
    <dgm:cxn modelId="{16DADE73-4CEE-416A-9117-5C7B5C9A6B95}" type="presOf" srcId="{E883F21A-763F-4623-9DE2-8A4D35B0F88A}" destId="{2C1E3A73-0D5D-4B23-8165-1B33FDFFCBC3}" srcOrd="0" destOrd="0" presId="urn:microsoft.com/office/officeart/2005/8/layout/hList1"/>
    <dgm:cxn modelId="{E7F26F75-8662-4FBB-8D2B-0AAE093EF88F}" srcId="{5935094B-67B7-48CD-B1E9-8DCAC9EFA09B}" destId="{42346CE0-9840-4D63-B45B-C77E5A7B1BB1}" srcOrd="0" destOrd="0" parTransId="{A3A04C31-BC56-47A7-B987-0123AD2EB7ED}" sibTransId="{8F49FB62-D845-4B8C-9400-BC8660CAFCDC}"/>
    <dgm:cxn modelId="{FA33A059-6234-4DC1-BCFC-A359888A7516}" type="presOf" srcId="{4E748F8C-647E-45A8-BF3D-183F69BCA479}" destId="{C6385AA3-F28C-482F-931F-3910978579DB}" srcOrd="0" destOrd="1" presId="urn:microsoft.com/office/officeart/2005/8/layout/hList1"/>
    <dgm:cxn modelId="{4F9355A3-F3EA-40EB-BA0E-4C4CC94B05C7}" type="presOf" srcId="{1279A181-692D-4E09-B273-35E1E8CD226E}" destId="{C2732A2C-E54A-42F5-9522-B3BD5A1DF444}" srcOrd="0" destOrd="0" presId="urn:microsoft.com/office/officeart/2005/8/layout/hList1"/>
    <dgm:cxn modelId="{6ECC92A8-641B-4668-9A6C-ABBC33223A6D}" srcId="{1279A181-692D-4E09-B273-35E1E8CD226E}" destId="{E883F21A-763F-4623-9DE2-8A4D35B0F88A}" srcOrd="1" destOrd="0" parTransId="{E3E622C3-95B6-4D44-A6BB-71F8C03CA572}" sibTransId="{D91CFAD1-151D-4B8E-950D-73A42CBC75F5}"/>
    <dgm:cxn modelId="{E22CC8BF-2C08-43B6-BF46-4841F00E7513}" type="presOf" srcId="{C1D805E5-A70C-452D-9A94-578570D3D79A}" destId="{04A6BE07-5FF2-4D51-8613-D5E52ACBD911}" srcOrd="0" destOrd="3" presId="urn:microsoft.com/office/officeart/2005/8/layout/hList1"/>
    <dgm:cxn modelId="{1B1FA3DB-4D96-4436-94DF-FDD0DA97CE5C}" type="presOf" srcId="{697DBA30-2986-40A0-947F-80855E706BBA}" destId="{04A6BE07-5FF2-4D51-8613-D5E52ACBD911}" srcOrd="0" destOrd="1" presId="urn:microsoft.com/office/officeart/2005/8/layout/hList1"/>
    <dgm:cxn modelId="{C3BF2FDC-9A27-4CEA-AF67-A1A7E2FB7440}" type="presOf" srcId="{5FC8BA6E-6E09-4895-9CDE-0558324D9BCD}" destId="{04A6BE07-5FF2-4D51-8613-D5E52ACBD911}" srcOrd="0" destOrd="2" presId="urn:microsoft.com/office/officeart/2005/8/layout/hList1"/>
    <dgm:cxn modelId="{9718C1DC-D0C8-4A2D-94A7-B890A0054E85}" srcId="{E883F21A-763F-4623-9DE2-8A4D35B0F88A}" destId="{F5806769-3EF9-4A06-9B3A-DB730B72434C}" srcOrd="2" destOrd="0" parTransId="{D79A7823-F869-4739-AC60-D1D1937F2DC2}" sibTransId="{698DEEBA-CB1F-4A18-920B-6C214AE40173}"/>
    <dgm:cxn modelId="{5D230BDF-94F2-4B8A-8E07-951A5532CF24}" srcId="{5935094B-67B7-48CD-B1E9-8DCAC9EFA09B}" destId="{697DBA30-2986-40A0-947F-80855E706BBA}" srcOrd="1" destOrd="0" parTransId="{E869D2FE-ED3E-4C8D-9AEF-5370550F0FE6}" sibTransId="{832E9279-AB86-4A1D-BBA4-799AF841E04C}"/>
    <dgm:cxn modelId="{B27DA6E1-E938-4F7B-841A-D3EE1F4F29E5}" srcId="{1279A181-692D-4E09-B273-35E1E8CD226E}" destId="{5935094B-67B7-48CD-B1E9-8DCAC9EFA09B}" srcOrd="0" destOrd="0" parTransId="{0E4F088A-F874-4F56-B873-5AE4CD11766D}" sibTransId="{5CCA200D-FA14-444A-94F6-1D939538C6C7}"/>
    <dgm:cxn modelId="{33A957E7-1DCD-478F-A5E3-373877C8A1C7}" srcId="{E883F21A-763F-4623-9DE2-8A4D35B0F88A}" destId="{7272658A-3600-4124-B163-BBFBC7240043}" srcOrd="0" destOrd="0" parTransId="{6ED8421A-CD60-4963-BF7F-BB40EC717BA8}" sibTransId="{448F5769-0EC2-43BC-886B-A0A1D317609D}"/>
    <dgm:cxn modelId="{37AAD9E8-36F2-4D27-97D8-756C0AE1E849}" srcId="{E883F21A-763F-4623-9DE2-8A4D35B0F88A}" destId="{4E748F8C-647E-45A8-BF3D-183F69BCA479}" srcOrd="1" destOrd="0" parTransId="{4BC7CF69-3891-418F-B6C9-2018C2214C11}" sibTransId="{F9B54B9F-7E86-4B7C-B3D5-BCE353A3ED45}"/>
    <dgm:cxn modelId="{05687975-6A40-443B-BF66-390408A42FB8}" type="presParOf" srcId="{C2732A2C-E54A-42F5-9522-B3BD5A1DF444}" destId="{F422A51B-B89F-48FC-87FC-2BF9A81CD9C3}" srcOrd="0" destOrd="0" presId="urn:microsoft.com/office/officeart/2005/8/layout/hList1"/>
    <dgm:cxn modelId="{593EB33A-6D7E-49F7-B435-17AEBE1C9AAA}" type="presParOf" srcId="{F422A51B-B89F-48FC-87FC-2BF9A81CD9C3}" destId="{BD0B3232-0759-43E0-8E1B-408DE5BF1F24}" srcOrd="0" destOrd="0" presId="urn:microsoft.com/office/officeart/2005/8/layout/hList1"/>
    <dgm:cxn modelId="{168997E4-416B-4442-9DB3-F9FC5EA66EFE}" type="presParOf" srcId="{F422A51B-B89F-48FC-87FC-2BF9A81CD9C3}" destId="{04A6BE07-5FF2-4D51-8613-D5E52ACBD911}" srcOrd="1" destOrd="0" presId="urn:microsoft.com/office/officeart/2005/8/layout/hList1"/>
    <dgm:cxn modelId="{F0FC7B1F-29A6-4D1A-A401-3276077F7433}" type="presParOf" srcId="{C2732A2C-E54A-42F5-9522-B3BD5A1DF444}" destId="{0030A96B-3255-426C-A353-7220D3384246}" srcOrd="1" destOrd="0" presId="urn:microsoft.com/office/officeart/2005/8/layout/hList1"/>
    <dgm:cxn modelId="{32DF20A8-332B-4CCC-BBB5-C89828587ACC}" type="presParOf" srcId="{C2732A2C-E54A-42F5-9522-B3BD5A1DF444}" destId="{B1EA98D0-8494-4E92-8A49-1FFBB55F1323}" srcOrd="2" destOrd="0" presId="urn:microsoft.com/office/officeart/2005/8/layout/hList1"/>
    <dgm:cxn modelId="{8FD7D3E3-E1EF-468B-9F10-B5A24CBD8F4E}" type="presParOf" srcId="{B1EA98D0-8494-4E92-8A49-1FFBB55F1323}" destId="{2C1E3A73-0D5D-4B23-8165-1B33FDFFCBC3}" srcOrd="0" destOrd="0" presId="urn:microsoft.com/office/officeart/2005/8/layout/hList1"/>
    <dgm:cxn modelId="{827A834C-6985-4FC4-B592-C247170FC1E6}" type="presParOf" srcId="{B1EA98D0-8494-4E92-8A49-1FFBB55F1323}" destId="{C6385AA3-F28C-482F-931F-3910978579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FE7A536-39E4-433D-83DE-85D56105ACE5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FD780C9-DD59-4BDC-9192-6DF195F3BECB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聴きすぎない「誰が」「どこに」「何をしたか」</a:t>
          </a:r>
        </a:p>
      </dgm:t>
    </dgm:pt>
    <dgm:pt modelId="{9094B745-06E0-42DC-89BB-B3B7525DA48C}" type="parTrans" cxnId="{4CADFC5E-6670-4814-814B-2124A1BBC088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16A1E270-DD4E-426F-8F08-DA9DC7819DA3}" type="sibTrans" cxnId="{4CADFC5E-6670-4814-814B-2124A1BBC088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C295599-C17F-477F-A4EE-35BE67E2F5FD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子供の使った言葉を使う、決めつけない、誘導しない</a:t>
          </a:r>
        </a:p>
      </dgm:t>
    </dgm:pt>
    <dgm:pt modelId="{B094D7C3-A73E-4F13-8443-236F61977E37}" type="parTrans" cxnId="{41377828-BB22-461D-8CBC-74AC69978B2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BDA15CC5-CB70-4C7B-B73A-1FEB72F45A4E}" type="sibTrans" cxnId="{41377828-BB22-461D-8CBC-74AC69978B2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10C20A3-C2A4-43A2-B8FF-B81258196FEB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最後まで聴いてから「よくわかったよ」「話してくれてありがとう」</a:t>
          </a:r>
        </a:p>
      </dgm:t>
    </dgm:pt>
    <dgm:pt modelId="{5415191A-D210-42A6-83E5-4FCDF5DE2FBA}" type="parTrans" cxnId="{55E42508-5380-4D2E-9338-BC1FAACFA817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E50D3BD6-94CD-47B6-8205-272E6CAC64F3}" type="sibTrans" cxnId="{55E42508-5380-4D2E-9338-BC1FAACFA817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38DF0C5-4FEC-4DF2-909F-302EC7A69CDB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あまり感情を出しすぎず、温かく落ち着いて</a:t>
          </a:r>
        </a:p>
      </dgm:t>
    </dgm:pt>
    <dgm:pt modelId="{A78BD2BA-9EF5-446A-A4B4-FFD170987EDD}" type="parTrans" cxnId="{192B992A-A4B4-4CBA-8810-B653E07E0F83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26681EEA-CEF2-4A99-8ED4-BDAF65C297EC}" type="sibTrans" cxnId="{192B992A-A4B4-4CBA-8810-B653E07E0F83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02789413-D6B8-46B8-8CFF-304F66CBAD21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責めない、なぜ、どうして、と聴かない</a:t>
          </a:r>
        </a:p>
      </dgm:t>
    </dgm:pt>
    <dgm:pt modelId="{FA86E0A7-A83F-47F6-8C14-82B65857E486}" type="parTrans" cxnId="{87C43950-6408-40CB-8A08-55EF72A8077F}">
      <dgm:prSet/>
      <dgm:spPr/>
      <dgm:t>
        <a:bodyPr/>
        <a:lstStyle/>
        <a:p>
          <a:pPr algn="l"/>
          <a:endParaRPr kumimoji="1" lang="ja-JP" altLang="en-US"/>
        </a:p>
      </dgm:t>
    </dgm:pt>
    <dgm:pt modelId="{F2EA73B0-5E39-4364-AA2F-348A0AA0A3D6}" type="sibTrans" cxnId="{87C43950-6408-40CB-8A08-55EF72A8077F}">
      <dgm:prSet/>
      <dgm:spPr/>
      <dgm:t>
        <a:bodyPr/>
        <a:lstStyle/>
        <a:p>
          <a:pPr algn="l"/>
          <a:endParaRPr kumimoji="1" lang="ja-JP" altLang="en-US"/>
        </a:p>
      </dgm:t>
    </dgm:pt>
    <dgm:pt modelId="{94C02BDA-AF5C-45A9-A043-E7C64679429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安全を確保する</a:t>
          </a:r>
        </a:p>
      </dgm:t>
    </dgm:pt>
    <dgm:pt modelId="{8EDD9CD4-6179-4D33-984D-038F0739C755}" type="parTrans" cxnId="{56C11689-EDDC-4D58-B054-771752B1A668}">
      <dgm:prSet/>
      <dgm:spPr/>
      <dgm:t>
        <a:bodyPr/>
        <a:lstStyle/>
        <a:p>
          <a:pPr algn="l"/>
          <a:endParaRPr kumimoji="1" lang="ja-JP" altLang="en-US"/>
        </a:p>
      </dgm:t>
    </dgm:pt>
    <dgm:pt modelId="{D6326D8A-9792-4A9A-84C9-038540FA8FAF}" type="sibTrans" cxnId="{56C11689-EDDC-4D58-B054-771752B1A668}">
      <dgm:prSet/>
      <dgm:spPr/>
      <dgm:t>
        <a:bodyPr/>
        <a:lstStyle/>
        <a:p>
          <a:pPr algn="l"/>
          <a:endParaRPr kumimoji="1" lang="ja-JP" altLang="en-US"/>
        </a:p>
      </dgm:t>
    </dgm:pt>
    <dgm:pt modelId="{5766E1EF-983E-49CA-B17E-10E34DD302E2}" type="pres">
      <dgm:prSet presAssocID="{6FE7A536-39E4-433D-83DE-85D56105ACE5}" presName="Name0" presStyleCnt="0">
        <dgm:presLayoutVars>
          <dgm:dir/>
          <dgm:resizeHandles val="exact"/>
        </dgm:presLayoutVars>
      </dgm:prSet>
      <dgm:spPr/>
    </dgm:pt>
    <dgm:pt modelId="{C6811049-316C-4332-BD62-F52A8B2BE503}" type="pres">
      <dgm:prSet presAssocID="{CFD780C9-DD59-4BDC-9192-6DF195F3BECB}" presName="Name5" presStyleLbl="vennNode1" presStyleIdx="0" presStyleCnt="6">
        <dgm:presLayoutVars>
          <dgm:bulletEnabled val="1"/>
        </dgm:presLayoutVars>
      </dgm:prSet>
      <dgm:spPr/>
    </dgm:pt>
    <dgm:pt modelId="{1899AB3B-D7E1-435E-A4A7-7474A743950E}" type="pres">
      <dgm:prSet presAssocID="{16A1E270-DD4E-426F-8F08-DA9DC7819DA3}" presName="space" presStyleCnt="0"/>
      <dgm:spPr/>
    </dgm:pt>
    <dgm:pt modelId="{391BE755-AC44-4099-B077-19FA828F3273}" type="pres">
      <dgm:prSet presAssocID="{FC295599-C17F-477F-A4EE-35BE67E2F5FD}" presName="Name5" presStyleLbl="vennNode1" presStyleIdx="1" presStyleCnt="6">
        <dgm:presLayoutVars>
          <dgm:bulletEnabled val="1"/>
        </dgm:presLayoutVars>
      </dgm:prSet>
      <dgm:spPr/>
    </dgm:pt>
    <dgm:pt modelId="{A83B8CF0-1035-4973-BBC2-448ADDA4E30A}" type="pres">
      <dgm:prSet presAssocID="{BDA15CC5-CB70-4C7B-B73A-1FEB72F45A4E}" presName="space" presStyleCnt="0"/>
      <dgm:spPr/>
    </dgm:pt>
    <dgm:pt modelId="{035F7635-3FD6-4FDC-A63E-B5BEB81BCD98}" type="pres">
      <dgm:prSet presAssocID="{C10C20A3-C2A4-43A2-B8FF-B81258196FEB}" presName="Name5" presStyleLbl="vennNode1" presStyleIdx="2" presStyleCnt="6">
        <dgm:presLayoutVars>
          <dgm:bulletEnabled val="1"/>
        </dgm:presLayoutVars>
      </dgm:prSet>
      <dgm:spPr/>
    </dgm:pt>
    <dgm:pt modelId="{7989099D-9F98-4387-B410-6A1F044C4B0D}" type="pres">
      <dgm:prSet presAssocID="{E50D3BD6-94CD-47B6-8205-272E6CAC64F3}" presName="space" presStyleCnt="0"/>
      <dgm:spPr/>
    </dgm:pt>
    <dgm:pt modelId="{B98D1101-F681-4B1F-B3DB-B1CF6B10A81E}" type="pres">
      <dgm:prSet presAssocID="{C38DF0C5-4FEC-4DF2-909F-302EC7A69CDB}" presName="Name5" presStyleLbl="vennNode1" presStyleIdx="3" presStyleCnt="6">
        <dgm:presLayoutVars>
          <dgm:bulletEnabled val="1"/>
        </dgm:presLayoutVars>
      </dgm:prSet>
      <dgm:spPr/>
    </dgm:pt>
    <dgm:pt modelId="{01B4287A-ACB7-4BE8-A467-A5A9CA8A6CEB}" type="pres">
      <dgm:prSet presAssocID="{26681EEA-CEF2-4A99-8ED4-BDAF65C297EC}" presName="space" presStyleCnt="0"/>
      <dgm:spPr/>
    </dgm:pt>
    <dgm:pt modelId="{BF937B20-FD9A-4C2F-9C79-7B14BA33A322}" type="pres">
      <dgm:prSet presAssocID="{02789413-D6B8-46B8-8CFF-304F66CBAD21}" presName="Name5" presStyleLbl="vennNode1" presStyleIdx="4" presStyleCnt="6">
        <dgm:presLayoutVars>
          <dgm:bulletEnabled val="1"/>
        </dgm:presLayoutVars>
      </dgm:prSet>
      <dgm:spPr/>
    </dgm:pt>
    <dgm:pt modelId="{CA97A8C3-C021-440E-9E1C-02E241AB4E8C}" type="pres">
      <dgm:prSet presAssocID="{F2EA73B0-5E39-4364-AA2F-348A0AA0A3D6}" presName="space" presStyleCnt="0"/>
      <dgm:spPr/>
    </dgm:pt>
    <dgm:pt modelId="{8C1F1A7C-2144-4AE2-856A-6638A55339A8}" type="pres">
      <dgm:prSet presAssocID="{94C02BDA-AF5C-45A9-A043-E7C646794299}" presName="Name5" presStyleLbl="vennNode1" presStyleIdx="5" presStyleCnt="6" custScaleX="99854" custScaleY="94429" custLinFactNeighborX="20151" custLinFactNeighborY="-975">
        <dgm:presLayoutVars>
          <dgm:bulletEnabled val="1"/>
        </dgm:presLayoutVars>
      </dgm:prSet>
      <dgm:spPr/>
    </dgm:pt>
  </dgm:ptLst>
  <dgm:cxnLst>
    <dgm:cxn modelId="{55E42508-5380-4D2E-9338-BC1FAACFA817}" srcId="{6FE7A536-39E4-433D-83DE-85D56105ACE5}" destId="{C10C20A3-C2A4-43A2-B8FF-B81258196FEB}" srcOrd="2" destOrd="0" parTransId="{5415191A-D210-42A6-83E5-4FCDF5DE2FBA}" sibTransId="{E50D3BD6-94CD-47B6-8205-272E6CAC64F3}"/>
    <dgm:cxn modelId="{41377828-BB22-461D-8CBC-74AC69978B20}" srcId="{6FE7A536-39E4-433D-83DE-85D56105ACE5}" destId="{FC295599-C17F-477F-A4EE-35BE67E2F5FD}" srcOrd="1" destOrd="0" parTransId="{B094D7C3-A73E-4F13-8443-236F61977E37}" sibTransId="{BDA15CC5-CB70-4C7B-B73A-1FEB72F45A4E}"/>
    <dgm:cxn modelId="{192B992A-A4B4-4CBA-8810-B653E07E0F83}" srcId="{6FE7A536-39E4-433D-83DE-85D56105ACE5}" destId="{C38DF0C5-4FEC-4DF2-909F-302EC7A69CDB}" srcOrd="3" destOrd="0" parTransId="{A78BD2BA-9EF5-446A-A4B4-FFD170987EDD}" sibTransId="{26681EEA-CEF2-4A99-8ED4-BDAF65C297EC}"/>
    <dgm:cxn modelId="{3289A736-E46B-4F33-AE3E-E1259D5D46DE}" type="presOf" srcId="{C38DF0C5-4FEC-4DF2-909F-302EC7A69CDB}" destId="{B98D1101-F681-4B1F-B3DB-B1CF6B10A81E}" srcOrd="0" destOrd="0" presId="urn:microsoft.com/office/officeart/2005/8/layout/venn3"/>
    <dgm:cxn modelId="{BFE73337-801A-4A7E-B4D1-28E830FA036B}" type="presOf" srcId="{CFD780C9-DD59-4BDC-9192-6DF195F3BECB}" destId="{C6811049-316C-4332-BD62-F52A8B2BE503}" srcOrd="0" destOrd="0" presId="urn:microsoft.com/office/officeart/2005/8/layout/venn3"/>
    <dgm:cxn modelId="{4CADFC5E-6670-4814-814B-2124A1BBC088}" srcId="{6FE7A536-39E4-433D-83DE-85D56105ACE5}" destId="{CFD780C9-DD59-4BDC-9192-6DF195F3BECB}" srcOrd="0" destOrd="0" parTransId="{9094B745-06E0-42DC-89BB-B3B7525DA48C}" sibTransId="{16A1E270-DD4E-426F-8F08-DA9DC7819DA3}"/>
    <dgm:cxn modelId="{6923E15F-2493-4EE5-8D67-553C57C9A5A3}" type="presOf" srcId="{FC295599-C17F-477F-A4EE-35BE67E2F5FD}" destId="{391BE755-AC44-4099-B077-19FA828F3273}" srcOrd="0" destOrd="0" presId="urn:microsoft.com/office/officeart/2005/8/layout/venn3"/>
    <dgm:cxn modelId="{27437441-44FD-4E13-8008-5E94E2A345BA}" type="presOf" srcId="{C10C20A3-C2A4-43A2-B8FF-B81258196FEB}" destId="{035F7635-3FD6-4FDC-A63E-B5BEB81BCD98}" srcOrd="0" destOrd="0" presId="urn:microsoft.com/office/officeart/2005/8/layout/venn3"/>
    <dgm:cxn modelId="{87C43950-6408-40CB-8A08-55EF72A8077F}" srcId="{6FE7A536-39E4-433D-83DE-85D56105ACE5}" destId="{02789413-D6B8-46B8-8CFF-304F66CBAD21}" srcOrd="4" destOrd="0" parTransId="{FA86E0A7-A83F-47F6-8C14-82B65857E486}" sibTransId="{F2EA73B0-5E39-4364-AA2F-348A0AA0A3D6}"/>
    <dgm:cxn modelId="{7FC4E17D-2328-4026-857F-A995A525118F}" type="presOf" srcId="{94C02BDA-AF5C-45A9-A043-E7C646794299}" destId="{8C1F1A7C-2144-4AE2-856A-6638A55339A8}" srcOrd="0" destOrd="0" presId="urn:microsoft.com/office/officeart/2005/8/layout/venn3"/>
    <dgm:cxn modelId="{56C11689-EDDC-4D58-B054-771752B1A668}" srcId="{6FE7A536-39E4-433D-83DE-85D56105ACE5}" destId="{94C02BDA-AF5C-45A9-A043-E7C646794299}" srcOrd="5" destOrd="0" parTransId="{8EDD9CD4-6179-4D33-984D-038F0739C755}" sibTransId="{D6326D8A-9792-4A9A-84C9-038540FA8FAF}"/>
    <dgm:cxn modelId="{035C33A0-F23F-4E5D-ACE0-670339145940}" type="presOf" srcId="{02789413-D6B8-46B8-8CFF-304F66CBAD21}" destId="{BF937B20-FD9A-4C2F-9C79-7B14BA33A322}" srcOrd="0" destOrd="0" presId="urn:microsoft.com/office/officeart/2005/8/layout/venn3"/>
    <dgm:cxn modelId="{CC8E06EE-F4D6-488E-BAA8-C11C3AB51D33}" type="presOf" srcId="{6FE7A536-39E4-433D-83DE-85D56105ACE5}" destId="{5766E1EF-983E-49CA-B17E-10E34DD302E2}" srcOrd="0" destOrd="0" presId="urn:microsoft.com/office/officeart/2005/8/layout/venn3"/>
    <dgm:cxn modelId="{B45ADA4B-42EE-4BAF-99BB-7E564D297BBC}" type="presParOf" srcId="{5766E1EF-983E-49CA-B17E-10E34DD302E2}" destId="{C6811049-316C-4332-BD62-F52A8B2BE503}" srcOrd="0" destOrd="0" presId="urn:microsoft.com/office/officeart/2005/8/layout/venn3"/>
    <dgm:cxn modelId="{88D0B82D-DA6A-4422-BCCE-E75917CEABDD}" type="presParOf" srcId="{5766E1EF-983E-49CA-B17E-10E34DD302E2}" destId="{1899AB3B-D7E1-435E-A4A7-7474A743950E}" srcOrd="1" destOrd="0" presId="urn:microsoft.com/office/officeart/2005/8/layout/venn3"/>
    <dgm:cxn modelId="{290BAE79-991F-4377-9D26-934100290648}" type="presParOf" srcId="{5766E1EF-983E-49CA-B17E-10E34DD302E2}" destId="{391BE755-AC44-4099-B077-19FA828F3273}" srcOrd="2" destOrd="0" presId="urn:microsoft.com/office/officeart/2005/8/layout/venn3"/>
    <dgm:cxn modelId="{325FF8BD-C7E1-4728-A691-FBB217BF0F5F}" type="presParOf" srcId="{5766E1EF-983E-49CA-B17E-10E34DD302E2}" destId="{A83B8CF0-1035-4973-BBC2-448ADDA4E30A}" srcOrd="3" destOrd="0" presId="urn:microsoft.com/office/officeart/2005/8/layout/venn3"/>
    <dgm:cxn modelId="{21DDA548-241B-4C67-AEAC-DBF249F373B6}" type="presParOf" srcId="{5766E1EF-983E-49CA-B17E-10E34DD302E2}" destId="{035F7635-3FD6-4FDC-A63E-B5BEB81BCD98}" srcOrd="4" destOrd="0" presId="urn:microsoft.com/office/officeart/2005/8/layout/venn3"/>
    <dgm:cxn modelId="{842672BC-A9C2-4220-9CD7-406A3A3D505A}" type="presParOf" srcId="{5766E1EF-983E-49CA-B17E-10E34DD302E2}" destId="{7989099D-9F98-4387-B410-6A1F044C4B0D}" srcOrd="5" destOrd="0" presId="urn:microsoft.com/office/officeart/2005/8/layout/venn3"/>
    <dgm:cxn modelId="{ADFBC121-8C93-41E7-AE26-84E63824D59B}" type="presParOf" srcId="{5766E1EF-983E-49CA-B17E-10E34DD302E2}" destId="{B98D1101-F681-4B1F-B3DB-B1CF6B10A81E}" srcOrd="6" destOrd="0" presId="urn:microsoft.com/office/officeart/2005/8/layout/venn3"/>
    <dgm:cxn modelId="{445C77BE-2E5F-4B44-A3A5-E7FEE246B766}" type="presParOf" srcId="{5766E1EF-983E-49CA-B17E-10E34DD302E2}" destId="{01B4287A-ACB7-4BE8-A467-A5A9CA8A6CEB}" srcOrd="7" destOrd="0" presId="urn:microsoft.com/office/officeart/2005/8/layout/venn3"/>
    <dgm:cxn modelId="{888EF863-C0A1-40CA-AA25-C09A80845AAB}" type="presParOf" srcId="{5766E1EF-983E-49CA-B17E-10E34DD302E2}" destId="{BF937B20-FD9A-4C2F-9C79-7B14BA33A322}" srcOrd="8" destOrd="0" presId="urn:microsoft.com/office/officeart/2005/8/layout/venn3"/>
    <dgm:cxn modelId="{55155FAD-6EE2-41AC-B3D3-181BFDDC7DDC}" type="presParOf" srcId="{5766E1EF-983E-49CA-B17E-10E34DD302E2}" destId="{CA97A8C3-C021-440E-9E1C-02E241AB4E8C}" srcOrd="9" destOrd="0" presId="urn:microsoft.com/office/officeart/2005/8/layout/venn3"/>
    <dgm:cxn modelId="{A837483C-073D-49AC-B9E4-A8AF03FAE9CF}" type="presParOf" srcId="{5766E1EF-983E-49CA-B17E-10E34DD302E2}" destId="{8C1F1A7C-2144-4AE2-856A-6638A55339A8}" srcOrd="1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6D8BF07-4E63-4C63-AF0D-A74B393507B7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kumimoji="1" lang="ja-JP" altLang="en-US"/>
        </a:p>
      </dgm:t>
    </dgm:pt>
    <dgm:pt modelId="{14ED5CB3-FA99-44BE-9852-1EF412AEE0C1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No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（嫌だと言う）</a:t>
          </a:r>
        </a:p>
      </dgm:t>
    </dgm:pt>
    <dgm:pt modelId="{2515039D-1B79-4267-972F-8CA4E2C87463}" type="parTrans" cxnId="{A0BD9302-311A-450D-9F90-6A5BAEBADAF2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7EBEFF2-3EBF-4B49-B2E2-548B0506C11A}" type="sibTrans" cxnId="{A0BD9302-311A-450D-9F90-6A5BAEBADAF2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2AEF8503-B2F3-4551-B00C-AE53A1657EC4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Go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（逃げる）</a:t>
          </a:r>
        </a:p>
      </dgm:t>
    </dgm:pt>
    <dgm:pt modelId="{23F716AC-E1C7-4050-BACB-28EC770CF30D}" type="parTrans" cxnId="{BA37164A-6587-4E22-ABD9-7E7362A9A0C5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F8E567E-6FC0-40F9-8908-0694C626CA82}" type="sibTrans" cxnId="{BA37164A-6587-4E22-ABD9-7E7362A9A0C5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976FB8E5-1331-4934-928B-D5B6DD4B0D7C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Tell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（大人に伝える）</a:t>
          </a:r>
        </a:p>
      </dgm:t>
    </dgm:pt>
    <dgm:pt modelId="{78354738-2055-4F36-A773-94710F2DFF9A}" type="parTrans" cxnId="{73113F5A-606E-4CAB-ABB6-72CD7B8F6BA6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2D7F5FF2-D844-47AE-B280-E55A11B07876}" type="sibTrans" cxnId="{73113F5A-606E-4CAB-ABB6-72CD7B8F6BA6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965CF395-1BD4-46EF-8B81-29C594733F25}">
      <dgm:prSet phldrT="[テキスト]" custT="1"/>
      <dgm:spPr/>
      <dgm:t>
        <a:bodyPr/>
        <a:lstStyle/>
        <a:p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ただし、嫌だと言えなくても、逃げられなくても、それは当然のこと</a:t>
          </a:r>
          <a:endParaRPr kumimoji="1" lang="en-US" altLang="ja-JP" sz="24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  <a:p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悪いのは、あなたの境界線を大切にしなかった相手</a:t>
          </a:r>
        </a:p>
      </dgm:t>
    </dgm:pt>
    <dgm:pt modelId="{1A0D64A6-B874-4F03-98C1-BE82EC6B1D7C}" type="parTrans" cxnId="{2942610C-B9E7-41E9-B874-D562686739FF}">
      <dgm:prSet/>
      <dgm:spPr/>
      <dgm:t>
        <a:bodyPr/>
        <a:lstStyle/>
        <a:p>
          <a:endParaRPr kumimoji="1" lang="ja-JP" altLang="en-US"/>
        </a:p>
      </dgm:t>
    </dgm:pt>
    <dgm:pt modelId="{DCADCA90-ECA6-42F4-B536-4839058E371C}" type="sibTrans" cxnId="{2942610C-B9E7-41E9-B874-D562686739FF}">
      <dgm:prSet/>
      <dgm:spPr/>
      <dgm:t>
        <a:bodyPr/>
        <a:lstStyle/>
        <a:p>
          <a:endParaRPr kumimoji="1" lang="ja-JP" altLang="en-US"/>
        </a:p>
      </dgm:t>
    </dgm:pt>
    <dgm:pt modelId="{387822BB-599A-4B11-8EF5-28AB61C18680}" type="pres">
      <dgm:prSet presAssocID="{E6D8BF07-4E63-4C63-AF0D-A74B393507B7}" presName="Name0" presStyleCnt="0">
        <dgm:presLayoutVars>
          <dgm:chMax val="7"/>
          <dgm:chPref val="7"/>
          <dgm:dir/>
        </dgm:presLayoutVars>
      </dgm:prSet>
      <dgm:spPr/>
    </dgm:pt>
    <dgm:pt modelId="{173A6C65-14A7-4E1F-9F4B-757FA793BD88}" type="pres">
      <dgm:prSet presAssocID="{E6D8BF07-4E63-4C63-AF0D-A74B393507B7}" presName="Name1" presStyleCnt="0"/>
      <dgm:spPr/>
    </dgm:pt>
    <dgm:pt modelId="{F006DD28-B56D-4AE4-B9F3-514991C735CC}" type="pres">
      <dgm:prSet presAssocID="{E6D8BF07-4E63-4C63-AF0D-A74B393507B7}" presName="cycle" presStyleCnt="0"/>
      <dgm:spPr/>
    </dgm:pt>
    <dgm:pt modelId="{01045390-096A-493B-9B08-1A25E6D9001E}" type="pres">
      <dgm:prSet presAssocID="{E6D8BF07-4E63-4C63-AF0D-A74B393507B7}" presName="srcNode" presStyleLbl="node1" presStyleIdx="0" presStyleCnt="4"/>
      <dgm:spPr/>
    </dgm:pt>
    <dgm:pt modelId="{2C97E128-4ADE-4407-9FE6-835A7D8D338C}" type="pres">
      <dgm:prSet presAssocID="{E6D8BF07-4E63-4C63-AF0D-A74B393507B7}" presName="conn" presStyleLbl="parChTrans1D2" presStyleIdx="0" presStyleCnt="1"/>
      <dgm:spPr/>
    </dgm:pt>
    <dgm:pt modelId="{89FF9823-3D50-402F-9B59-2EAF3B7DEE4A}" type="pres">
      <dgm:prSet presAssocID="{E6D8BF07-4E63-4C63-AF0D-A74B393507B7}" presName="extraNode" presStyleLbl="node1" presStyleIdx="0" presStyleCnt="4"/>
      <dgm:spPr/>
    </dgm:pt>
    <dgm:pt modelId="{401860AC-8285-4EC8-9FF1-6CC1BDE2FB5C}" type="pres">
      <dgm:prSet presAssocID="{E6D8BF07-4E63-4C63-AF0D-A74B393507B7}" presName="dstNode" presStyleLbl="node1" presStyleIdx="0" presStyleCnt="4"/>
      <dgm:spPr/>
    </dgm:pt>
    <dgm:pt modelId="{AE27BDDB-55FC-4D5D-B35A-1408B9966786}" type="pres">
      <dgm:prSet presAssocID="{14ED5CB3-FA99-44BE-9852-1EF412AEE0C1}" presName="text_1" presStyleLbl="node1" presStyleIdx="0" presStyleCnt="4">
        <dgm:presLayoutVars>
          <dgm:bulletEnabled val="1"/>
        </dgm:presLayoutVars>
      </dgm:prSet>
      <dgm:spPr/>
    </dgm:pt>
    <dgm:pt modelId="{A0DE8282-B0CD-4BDD-B11F-FF38FB632A1C}" type="pres">
      <dgm:prSet presAssocID="{14ED5CB3-FA99-44BE-9852-1EF412AEE0C1}" presName="accent_1" presStyleCnt="0"/>
      <dgm:spPr/>
    </dgm:pt>
    <dgm:pt modelId="{BDB07AFE-6B57-4F0F-ABE4-595F05731403}" type="pres">
      <dgm:prSet presAssocID="{14ED5CB3-FA99-44BE-9852-1EF412AEE0C1}" presName="accentRepeatNode" presStyleLbl="solidFgAcc1" presStyleIdx="0" presStyleCnt="4"/>
      <dgm:spPr/>
    </dgm:pt>
    <dgm:pt modelId="{86EA7550-E7B2-456F-A11A-5F21262BAD78}" type="pres">
      <dgm:prSet presAssocID="{2AEF8503-B2F3-4551-B00C-AE53A1657EC4}" presName="text_2" presStyleLbl="node1" presStyleIdx="1" presStyleCnt="4">
        <dgm:presLayoutVars>
          <dgm:bulletEnabled val="1"/>
        </dgm:presLayoutVars>
      </dgm:prSet>
      <dgm:spPr/>
    </dgm:pt>
    <dgm:pt modelId="{7F5B4D20-34D9-411A-8C65-BD8CA4A4B8B0}" type="pres">
      <dgm:prSet presAssocID="{2AEF8503-B2F3-4551-B00C-AE53A1657EC4}" presName="accent_2" presStyleCnt="0"/>
      <dgm:spPr/>
    </dgm:pt>
    <dgm:pt modelId="{FE843077-49CC-41BB-8DA0-84649A99CE85}" type="pres">
      <dgm:prSet presAssocID="{2AEF8503-B2F3-4551-B00C-AE53A1657EC4}" presName="accentRepeatNode" presStyleLbl="solidFgAcc1" presStyleIdx="1" presStyleCnt="4"/>
      <dgm:spPr/>
    </dgm:pt>
    <dgm:pt modelId="{A0B3124C-77A0-4605-A8B1-A1F4C7B05E51}" type="pres">
      <dgm:prSet presAssocID="{976FB8E5-1331-4934-928B-D5B6DD4B0D7C}" presName="text_3" presStyleLbl="node1" presStyleIdx="2" presStyleCnt="4">
        <dgm:presLayoutVars>
          <dgm:bulletEnabled val="1"/>
        </dgm:presLayoutVars>
      </dgm:prSet>
      <dgm:spPr/>
    </dgm:pt>
    <dgm:pt modelId="{EEB02201-D764-4DDE-BD7D-9C9942FFDE88}" type="pres">
      <dgm:prSet presAssocID="{976FB8E5-1331-4934-928B-D5B6DD4B0D7C}" presName="accent_3" presStyleCnt="0"/>
      <dgm:spPr/>
    </dgm:pt>
    <dgm:pt modelId="{85659746-B8AC-455F-B25E-2DCF870B7170}" type="pres">
      <dgm:prSet presAssocID="{976FB8E5-1331-4934-928B-D5B6DD4B0D7C}" presName="accentRepeatNode" presStyleLbl="solidFgAcc1" presStyleIdx="2" presStyleCnt="4"/>
      <dgm:spPr/>
    </dgm:pt>
    <dgm:pt modelId="{2012DF36-2875-41FC-B2F6-EDBA49A5DEFE}" type="pres">
      <dgm:prSet presAssocID="{965CF395-1BD4-46EF-8B81-29C594733F25}" presName="text_4" presStyleLbl="node1" presStyleIdx="3" presStyleCnt="4" custScaleY="139746">
        <dgm:presLayoutVars>
          <dgm:bulletEnabled val="1"/>
        </dgm:presLayoutVars>
      </dgm:prSet>
      <dgm:spPr/>
    </dgm:pt>
    <dgm:pt modelId="{344F5AD2-1CBE-4DB7-B670-5DAF909C3B8D}" type="pres">
      <dgm:prSet presAssocID="{965CF395-1BD4-46EF-8B81-29C594733F25}" presName="accent_4" presStyleCnt="0"/>
      <dgm:spPr/>
    </dgm:pt>
    <dgm:pt modelId="{09641F70-5F08-46A6-8307-1D7B5E2C0EC6}" type="pres">
      <dgm:prSet presAssocID="{965CF395-1BD4-46EF-8B81-29C594733F25}" presName="accentRepeatNode" presStyleLbl="solidFgAcc1" presStyleIdx="3" presStyleCnt="4"/>
      <dgm:spPr/>
    </dgm:pt>
  </dgm:ptLst>
  <dgm:cxnLst>
    <dgm:cxn modelId="{A0BD9302-311A-450D-9F90-6A5BAEBADAF2}" srcId="{E6D8BF07-4E63-4C63-AF0D-A74B393507B7}" destId="{14ED5CB3-FA99-44BE-9852-1EF412AEE0C1}" srcOrd="0" destOrd="0" parTransId="{2515039D-1B79-4267-972F-8CA4E2C87463}" sibTransId="{C7EBEFF2-3EBF-4B49-B2E2-548B0506C11A}"/>
    <dgm:cxn modelId="{2942610C-B9E7-41E9-B874-D562686739FF}" srcId="{E6D8BF07-4E63-4C63-AF0D-A74B393507B7}" destId="{965CF395-1BD4-46EF-8B81-29C594733F25}" srcOrd="3" destOrd="0" parTransId="{1A0D64A6-B874-4F03-98C1-BE82EC6B1D7C}" sibTransId="{DCADCA90-ECA6-42F4-B536-4839058E371C}"/>
    <dgm:cxn modelId="{95934635-C5C9-40AE-A892-A7310D3066AC}" type="presOf" srcId="{965CF395-1BD4-46EF-8B81-29C594733F25}" destId="{2012DF36-2875-41FC-B2F6-EDBA49A5DEFE}" srcOrd="0" destOrd="0" presId="urn:microsoft.com/office/officeart/2008/layout/VerticalCurvedList"/>
    <dgm:cxn modelId="{BA37164A-6587-4E22-ABD9-7E7362A9A0C5}" srcId="{E6D8BF07-4E63-4C63-AF0D-A74B393507B7}" destId="{2AEF8503-B2F3-4551-B00C-AE53A1657EC4}" srcOrd="1" destOrd="0" parTransId="{23F716AC-E1C7-4050-BACB-28EC770CF30D}" sibTransId="{CF8E567E-6FC0-40F9-8908-0694C626CA82}"/>
    <dgm:cxn modelId="{73113F5A-606E-4CAB-ABB6-72CD7B8F6BA6}" srcId="{E6D8BF07-4E63-4C63-AF0D-A74B393507B7}" destId="{976FB8E5-1331-4934-928B-D5B6DD4B0D7C}" srcOrd="2" destOrd="0" parTransId="{78354738-2055-4F36-A773-94710F2DFF9A}" sibTransId="{2D7F5FF2-D844-47AE-B280-E55A11B07876}"/>
    <dgm:cxn modelId="{0802B65A-CF8E-4BD4-AA26-EAA2332C496B}" type="presOf" srcId="{2AEF8503-B2F3-4551-B00C-AE53A1657EC4}" destId="{86EA7550-E7B2-456F-A11A-5F21262BAD78}" srcOrd="0" destOrd="0" presId="urn:microsoft.com/office/officeart/2008/layout/VerticalCurvedList"/>
    <dgm:cxn modelId="{00EC2889-729E-4591-A6A1-4FBB1ED52EB1}" type="presOf" srcId="{14ED5CB3-FA99-44BE-9852-1EF412AEE0C1}" destId="{AE27BDDB-55FC-4D5D-B35A-1408B9966786}" srcOrd="0" destOrd="0" presId="urn:microsoft.com/office/officeart/2008/layout/VerticalCurvedList"/>
    <dgm:cxn modelId="{0E929FB1-8D91-4BB8-8322-3727D12105A3}" type="presOf" srcId="{C7EBEFF2-3EBF-4B49-B2E2-548B0506C11A}" destId="{2C97E128-4ADE-4407-9FE6-835A7D8D338C}" srcOrd="0" destOrd="0" presId="urn:microsoft.com/office/officeart/2008/layout/VerticalCurvedList"/>
    <dgm:cxn modelId="{C52C5AB6-0753-4417-9B37-8D526484E337}" type="presOf" srcId="{976FB8E5-1331-4934-928B-D5B6DD4B0D7C}" destId="{A0B3124C-77A0-4605-A8B1-A1F4C7B05E51}" srcOrd="0" destOrd="0" presId="urn:microsoft.com/office/officeart/2008/layout/VerticalCurvedList"/>
    <dgm:cxn modelId="{881EBDFF-F079-4736-9ACA-A57A032A9347}" type="presOf" srcId="{E6D8BF07-4E63-4C63-AF0D-A74B393507B7}" destId="{387822BB-599A-4B11-8EF5-28AB61C18680}" srcOrd="0" destOrd="0" presId="urn:microsoft.com/office/officeart/2008/layout/VerticalCurvedList"/>
    <dgm:cxn modelId="{B6D783AF-1D5C-4CF4-8378-BC27D237C213}" type="presParOf" srcId="{387822BB-599A-4B11-8EF5-28AB61C18680}" destId="{173A6C65-14A7-4E1F-9F4B-757FA793BD88}" srcOrd="0" destOrd="0" presId="urn:microsoft.com/office/officeart/2008/layout/VerticalCurvedList"/>
    <dgm:cxn modelId="{B7BCE4BB-64F6-43ED-BC9F-98D9E8FCF4DC}" type="presParOf" srcId="{173A6C65-14A7-4E1F-9F4B-757FA793BD88}" destId="{F006DD28-B56D-4AE4-B9F3-514991C735CC}" srcOrd="0" destOrd="0" presId="urn:microsoft.com/office/officeart/2008/layout/VerticalCurvedList"/>
    <dgm:cxn modelId="{C1C1D23C-E733-40CB-9015-29FE4FA9D85B}" type="presParOf" srcId="{F006DD28-B56D-4AE4-B9F3-514991C735CC}" destId="{01045390-096A-493B-9B08-1A25E6D9001E}" srcOrd="0" destOrd="0" presId="urn:microsoft.com/office/officeart/2008/layout/VerticalCurvedList"/>
    <dgm:cxn modelId="{802209FA-5521-4827-ABA2-3EB266AE1644}" type="presParOf" srcId="{F006DD28-B56D-4AE4-B9F3-514991C735CC}" destId="{2C97E128-4ADE-4407-9FE6-835A7D8D338C}" srcOrd="1" destOrd="0" presId="urn:microsoft.com/office/officeart/2008/layout/VerticalCurvedList"/>
    <dgm:cxn modelId="{A548A6D0-B6C9-4989-8E84-F2ECB656E124}" type="presParOf" srcId="{F006DD28-B56D-4AE4-B9F3-514991C735CC}" destId="{89FF9823-3D50-402F-9B59-2EAF3B7DEE4A}" srcOrd="2" destOrd="0" presId="urn:microsoft.com/office/officeart/2008/layout/VerticalCurvedList"/>
    <dgm:cxn modelId="{6BDFA3FA-EFEA-48D9-90D5-FC0863390CDD}" type="presParOf" srcId="{F006DD28-B56D-4AE4-B9F3-514991C735CC}" destId="{401860AC-8285-4EC8-9FF1-6CC1BDE2FB5C}" srcOrd="3" destOrd="0" presId="urn:microsoft.com/office/officeart/2008/layout/VerticalCurvedList"/>
    <dgm:cxn modelId="{73CDB609-7AF1-4F84-A0C7-3629198794C7}" type="presParOf" srcId="{173A6C65-14A7-4E1F-9F4B-757FA793BD88}" destId="{AE27BDDB-55FC-4D5D-B35A-1408B9966786}" srcOrd="1" destOrd="0" presId="urn:microsoft.com/office/officeart/2008/layout/VerticalCurvedList"/>
    <dgm:cxn modelId="{FAC045E8-7A5B-4287-935D-B55060E620F5}" type="presParOf" srcId="{173A6C65-14A7-4E1F-9F4B-757FA793BD88}" destId="{A0DE8282-B0CD-4BDD-B11F-FF38FB632A1C}" srcOrd="2" destOrd="0" presId="urn:microsoft.com/office/officeart/2008/layout/VerticalCurvedList"/>
    <dgm:cxn modelId="{28C8050D-6435-4997-8371-A2B379A50DBD}" type="presParOf" srcId="{A0DE8282-B0CD-4BDD-B11F-FF38FB632A1C}" destId="{BDB07AFE-6B57-4F0F-ABE4-595F05731403}" srcOrd="0" destOrd="0" presId="urn:microsoft.com/office/officeart/2008/layout/VerticalCurvedList"/>
    <dgm:cxn modelId="{DCA5E631-89E3-4EBA-A42C-C10FBD3D8CF8}" type="presParOf" srcId="{173A6C65-14A7-4E1F-9F4B-757FA793BD88}" destId="{86EA7550-E7B2-456F-A11A-5F21262BAD78}" srcOrd="3" destOrd="0" presId="urn:microsoft.com/office/officeart/2008/layout/VerticalCurvedList"/>
    <dgm:cxn modelId="{21271EC7-16E1-4E00-81BD-BF10BD77BCC2}" type="presParOf" srcId="{173A6C65-14A7-4E1F-9F4B-757FA793BD88}" destId="{7F5B4D20-34D9-411A-8C65-BD8CA4A4B8B0}" srcOrd="4" destOrd="0" presId="urn:microsoft.com/office/officeart/2008/layout/VerticalCurvedList"/>
    <dgm:cxn modelId="{24CDDE2B-4990-48D2-B080-8650C7461602}" type="presParOf" srcId="{7F5B4D20-34D9-411A-8C65-BD8CA4A4B8B0}" destId="{FE843077-49CC-41BB-8DA0-84649A99CE85}" srcOrd="0" destOrd="0" presId="urn:microsoft.com/office/officeart/2008/layout/VerticalCurvedList"/>
    <dgm:cxn modelId="{BBA9F1CF-9A93-4EE1-8970-2E5CC9A63E83}" type="presParOf" srcId="{173A6C65-14A7-4E1F-9F4B-757FA793BD88}" destId="{A0B3124C-77A0-4605-A8B1-A1F4C7B05E51}" srcOrd="5" destOrd="0" presId="urn:microsoft.com/office/officeart/2008/layout/VerticalCurvedList"/>
    <dgm:cxn modelId="{C9F714F8-9490-45BE-9AAF-F7D9E6B3D0C3}" type="presParOf" srcId="{173A6C65-14A7-4E1F-9F4B-757FA793BD88}" destId="{EEB02201-D764-4DDE-BD7D-9C9942FFDE88}" srcOrd="6" destOrd="0" presId="urn:microsoft.com/office/officeart/2008/layout/VerticalCurvedList"/>
    <dgm:cxn modelId="{FD08DCB1-A88B-4ADB-83F9-0CDA1F92781D}" type="presParOf" srcId="{EEB02201-D764-4DDE-BD7D-9C9942FFDE88}" destId="{85659746-B8AC-455F-B25E-2DCF870B7170}" srcOrd="0" destOrd="0" presId="urn:microsoft.com/office/officeart/2008/layout/VerticalCurvedList"/>
    <dgm:cxn modelId="{91313DCB-B2B9-4849-A78C-03562A039F6E}" type="presParOf" srcId="{173A6C65-14A7-4E1F-9F4B-757FA793BD88}" destId="{2012DF36-2875-41FC-B2F6-EDBA49A5DEFE}" srcOrd="7" destOrd="0" presId="urn:microsoft.com/office/officeart/2008/layout/VerticalCurvedList"/>
    <dgm:cxn modelId="{8345E06C-9E53-4E2E-BA3B-4996AF344895}" type="presParOf" srcId="{173A6C65-14A7-4E1F-9F4B-757FA793BD88}" destId="{344F5AD2-1CBE-4DB7-B670-5DAF909C3B8D}" srcOrd="8" destOrd="0" presId="urn:microsoft.com/office/officeart/2008/layout/VerticalCurvedList"/>
    <dgm:cxn modelId="{9C98EBE9-2173-4137-AFA9-A26321148F14}" type="presParOf" srcId="{344F5AD2-1CBE-4DB7-B670-5DAF909C3B8D}" destId="{09641F70-5F08-46A6-8307-1D7B5E2C0EC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女の子は大人しくあるべきだ</a:t>
          </a:r>
        </a:p>
      </dsp:txBody>
      <dsp:txXfrm>
        <a:off x="525046" y="0"/>
        <a:ext cx="4155772" cy="1032734"/>
      </dsp:txXfrm>
    </dsp:sp>
    <dsp:sp modelId="{51DD94A3-30E3-4CAE-A0EA-B2527A6963CC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言うこと聞かない女の子には乱暴をしてもいい</a:t>
          </a:r>
        </a:p>
      </dsp:txBody>
      <dsp:txXfrm>
        <a:off x="5194702" y="0"/>
        <a:ext cx="4155772" cy="1032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400" kern="1200" noProof="1">
              <a:cs typeface="Times New Roman" panose="02020603050405020304" pitchFamily="18" charset="0"/>
            </a:rPr>
            <a:t>男の子は男の子らしく</a:t>
          </a:r>
          <a:br>
            <a:rPr lang="en-US" altLang="ja-JP" sz="2400" kern="1200" noProof="1">
              <a:cs typeface="Times New Roman" panose="02020603050405020304" pitchFamily="18" charset="0"/>
            </a:rPr>
          </a:br>
          <a:r>
            <a:rPr lang="ja-JP" altLang="en-US" sz="2400" kern="1200" noProof="1">
              <a:cs typeface="Times New Roman" panose="02020603050405020304" pitchFamily="18" charset="0"/>
            </a:rPr>
            <a:t>強くなければいけない</a:t>
          </a:r>
          <a:endParaRPr kumimoji="1" lang="ja-JP" altLang="en-US" sz="2400" kern="1200"/>
        </a:p>
      </dsp:txBody>
      <dsp:txXfrm>
        <a:off x="525046" y="0"/>
        <a:ext cx="4155772" cy="1032734"/>
      </dsp:txXfrm>
    </dsp:sp>
    <dsp:sp modelId="{6382D64B-506B-44FA-B2F4-C3FFE131C161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400" kern="1200" noProof="1">
              <a:cs typeface="Times New Roman" panose="02020603050405020304" pitchFamily="18" charset="0"/>
            </a:rPr>
            <a:t>弱そうな男の子だから</a:t>
          </a:r>
          <a:br>
            <a:rPr lang="en-US" altLang="ja-JP" sz="2400" kern="1200" noProof="1">
              <a:cs typeface="Times New Roman" panose="02020603050405020304" pitchFamily="18" charset="0"/>
            </a:rPr>
          </a:br>
          <a:r>
            <a:rPr lang="ja-JP" altLang="en-US" sz="2400" kern="1200" noProof="1">
              <a:cs typeface="Times New Roman" panose="02020603050405020304" pitchFamily="18" charset="0"/>
            </a:rPr>
            <a:t>いじめていい</a:t>
          </a:r>
          <a:endParaRPr kumimoji="1" lang="ja-JP" altLang="en-US" sz="2400" kern="1200"/>
        </a:p>
      </dsp:txBody>
      <dsp:txXfrm>
        <a:off x="5194702" y="0"/>
        <a:ext cx="4155772" cy="1032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女の子は男の子が好きなものでしょう？</a:t>
          </a:r>
        </a:p>
      </dsp:txBody>
      <dsp:txXfrm>
        <a:off x="525046" y="0"/>
        <a:ext cx="4155772" cy="1032734"/>
      </dsp:txXfrm>
    </dsp:sp>
    <dsp:sp modelId="{4A1181A1-5979-4726-9E3A-85E7DCAED88B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noProof="1">
              <a:cs typeface="Times New Roman" panose="02020603050405020304" pitchFamily="18" charset="0"/>
            </a:rPr>
            <a:t>女の子が女を好きだなんて</a:t>
          </a:r>
          <a:br>
            <a:rPr kumimoji="1" lang="en-US" altLang="ja-JP" sz="2400" kern="1200" noProof="1">
              <a:cs typeface="Times New Roman" panose="02020603050405020304" pitchFamily="18" charset="0"/>
            </a:rPr>
          </a:br>
          <a:r>
            <a:rPr kumimoji="1" lang="ja-JP" altLang="en-US" sz="2400" kern="1200" noProof="1">
              <a:cs typeface="Times New Roman" panose="02020603050405020304" pitchFamily="18" charset="0"/>
            </a:rPr>
            <a:t>おかしい</a:t>
          </a:r>
        </a:p>
      </dsp:txBody>
      <dsp:txXfrm>
        <a:off x="5194702" y="0"/>
        <a:ext cx="4155772" cy="1032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CFAE5-BBFE-4BE6-98C0-6ED05F4E7FF2}">
      <dsp:nvSpPr>
        <dsp:cNvPr id="0" name=""/>
        <dsp:cNvSpPr/>
      </dsp:nvSpPr>
      <dsp:spPr>
        <a:xfrm>
          <a:off x="443662" y="0"/>
          <a:ext cx="2680957" cy="268095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トラウマ反応（身体の反応　や情緒的反応）</a:t>
          </a:r>
        </a:p>
      </dsp:txBody>
      <dsp:txXfrm>
        <a:off x="836279" y="392617"/>
        <a:ext cx="1895723" cy="1895723"/>
      </dsp:txXfrm>
    </dsp:sp>
    <dsp:sp modelId="{F874669A-9882-4A69-BB12-863AE896652C}">
      <dsp:nvSpPr>
        <dsp:cNvPr id="0" name=""/>
        <dsp:cNvSpPr/>
      </dsp:nvSpPr>
      <dsp:spPr>
        <a:xfrm>
          <a:off x="2588429" y="0"/>
          <a:ext cx="2680957" cy="2680957"/>
        </a:xfrm>
        <a:prstGeom prst="ellipse">
          <a:avLst/>
        </a:prstGeom>
        <a:solidFill>
          <a:schemeClr val="accent4">
            <a:alpha val="50000"/>
            <a:hueOff val="305269"/>
            <a:satOff val="-11631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PTSD</a:t>
          </a: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や摂食障害、うつ、自傷、自殺企図等のリスク増加</a:t>
          </a:r>
        </a:p>
      </dsp:txBody>
      <dsp:txXfrm>
        <a:off x="2981046" y="392617"/>
        <a:ext cx="1895723" cy="1895723"/>
      </dsp:txXfrm>
    </dsp:sp>
    <dsp:sp modelId="{81EA4D26-6F69-4667-ACD9-037F0EAA0A2C}">
      <dsp:nvSpPr>
        <dsp:cNvPr id="0" name=""/>
        <dsp:cNvSpPr/>
      </dsp:nvSpPr>
      <dsp:spPr>
        <a:xfrm>
          <a:off x="4733195" y="0"/>
          <a:ext cx="2680957" cy="2680957"/>
        </a:xfrm>
        <a:prstGeom prst="ellipse">
          <a:avLst/>
        </a:prstGeom>
        <a:solidFill>
          <a:schemeClr val="accent4">
            <a:alpha val="50000"/>
            <a:hueOff val="610539"/>
            <a:satOff val="-23261"/>
            <a:lumOff val="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一見問題に見える行動や依存、早期の性行動など</a:t>
          </a:r>
        </a:p>
      </dsp:txBody>
      <dsp:txXfrm>
        <a:off x="5125812" y="392617"/>
        <a:ext cx="1895723" cy="1895723"/>
      </dsp:txXfrm>
    </dsp:sp>
    <dsp:sp modelId="{33C99ACB-98BB-4B81-AAF2-BA2CB1A3E889}">
      <dsp:nvSpPr>
        <dsp:cNvPr id="0" name=""/>
        <dsp:cNvSpPr/>
      </dsp:nvSpPr>
      <dsp:spPr>
        <a:xfrm>
          <a:off x="6877961" y="0"/>
          <a:ext cx="2680957" cy="2680957"/>
        </a:xfrm>
        <a:prstGeom prst="ellipse">
          <a:avLst/>
        </a:prstGeom>
        <a:solidFill>
          <a:schemeClr val="accent4">
            <a:alpha val="50000"/>
            <a:hueOff val="915808"/>
            <a:satOff val="-34892"/>
            <a:lumOff val="173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境界線の揺らぎや脆弱性</a:t>
          </a:r>
        </a:p>
      </dsp:txBody>
      <dsp:txXfrm>
        <a:off x="7270578" y="392617"/>
        <a:ext cx="1895723" cy="1895723"/>
      </dsp:txXfrm>
    </dsp:sp>
    <dsp:sp modelId="{1EF9B034-B710-41DD-B937-6879C33CFEC1}">
      <dsp:nvSpPr>
        <dsp:cNvPr id="0" name=""/>
        <dsp:cNvSpPr/>
      </dsp:nvSpPr>
      <dsp:spPr>
        <a:xfrm>
          <a:off x="9022728" y="0"/>
          <a:ext cx="2680957" cy="2680957"/>
        </a:xfrm>
        <a:prstGeom prst="ellipse">
          <a:avLst/>
        </a:prstGeom>
        <a:solidFill>
          <a:schemeClr val="accent4">
            <a:alpha val="50000"/>
            <a:hueOff val="1221077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自分や他人、世界への信頼が築けない</a:t>
          </a:r>
        </a:p>
      </dsp:txBody>
      <dsp:txXfrm>
        <a:off x="9415345" y="392617"/>
        <a:ext cx="1895723" cy="18957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F6579-CCD4-4DBD-8735-9419C1B5A9F2}">
      <dsp:nvSpPr>
        <dsp:cNvPr id="0" name=""/>
        <dsp:cNvSpPr/>
      </dsp:nvSpPr>
      <dsp:spPr>
        <a:xfrm>
          <a:off x="843107" y="0"/>
          <a:ext cx="9555222" cy="472798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F290E-ABA2-4B59-91EC-FEEBA018567B}">
      <dsp:nvSpPr>
        <dsp:cNvPr id="0" name=""/>
        <dsp:cNvSpPr/>
      </dsp:nvSpPr>
      <dsp:spPr>
        <a:xfrm>
          <a:off x="4940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加害できそうな子供を探す</a:t>
          </a:r>
        </a:p>
      </dsp:txBody>
      <dsp:txXfrm>
        <a:off x="97260" y="1510716"/>
        <a:ext cx="1975274" cy="1706554"/>
      </dsp:txXfrm>
    </dsp:sp>
    <dsp:sp modelId="{A944B66F-F3A8-416E-BC76-1B2415669D71}">
      <dsp:nvSpPr>
        <dsp:cNvPr id="0" name=""/>
        <dsp:cNvSpPr/>
      </dsp:nvSpPr>
      <dsp:spPr>
        <a:xfrm>
          <a:off x="2272850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子供に近づき、他の人から隔離する</a:t>
          </a:r>
        </a:p>
      </dsp:txBody>
      <dsp:txXfrm>
        <a:off x="2365170" y="1510716"/>
        <a:ext cx="1975274" cy="1706554"/>
      </dsp:txXfrm>
    </dsp:sp>
    <dsp:sp modelId="{EE014D68-DCE4-4465-B4FE-7745D9351E9D}">
      <dsp:nvSpPr>
        <dsp:cNvPr id="0" name=""/>
        <dsp:cNvSpPr/>
      </dsp:nvSpPr>
      <dsp:spPr>
        <a:xfrm>
          <a:off x="4540761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子供や子供の周りの大人と信頼関係を（欺瞞的に）作る</a:t>
          </a:r>
        </a:p>
      </dsp:txBody>
      <dsp:txXfrm>
        <a:off x="4633081" y="1510716"/>
        <a:ext cx="1975274" cy="1706554"/>
      </dsp:txXfrm>
    </dsp:sp>
    <dsp:sp modelId="{33C35166-A686-4D72-BB8B-7E011A294907}">
      <dsp:nvSpPr>
        <dsp:cNvPr id="0" name=""/>
        <dsp:cNvSpPr/>
      </dsp:nvSpPr>
      <dsp:spPr>
        <a:xfrm>
          <a:off x="6808672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性的な言動に対する子供たちの感覚を鈍らせる</a:t>
          </a:r>
        </a:p>
      </dsp:txBody>
      <dsp:txXfrm>
        <a:off x="6900992" y="1510716"/>
        <a:ext cx="1975274" cy="1706554"/>
      </dsp:txXfrm>
    </dsp:sp>
    <dsp:sp modelId="{A2C7E639-0E0C-4CC7-9056-7EB97273DCF4}">
      <dsp:nvSpPr>
        <dsp:cNvPr id="0" name=""/>
        <dsp:cNvSpPr/>
      </dsp:nvSpPr>
      <dsp:spPr>
        <a:xfrm>
          <a:off x="9076582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加害行為を継続するために手なずけを継続する</a:t>
          </a:r>
        </a:p>
      </dsp:txBody>
      <dsp:txXfrm>
        <a:off x="9168902" y="1510716"/>
        <a:ext cx="1975274" cy="17065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CFAE5-BBFE-4BE6-98C0-6ED05F4E7FF2}">
      <dsp:nvSpPr>
        <dsp:cNvPr id="0" name=""/>
        <dsp:cNvSpPr/>
      </dsp:nvSpPr>
      <dsp:spPr>
        <a:xfrm>
          <a:off x="335279" y="517"/>
          <a:ext cx="2382935" cy="2382935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加害者の脅迫や手なずけ</a:t>
          </a:r>
        </a:p>
      </dsp:txBody>
      <dsp:txXfrm>
        <a:off x="684252" y="349490"/>
        <a:ext cx="1684989" cy="1684989"/>
      </dsp:txXfrm>
    </dsp:sp>
    <dsp:sp modelId="{F874669A-9882-4A69-BB12-863AE896652C}">
      <dsp:nvSpPr>
        <dsp:cNvPr id="0" name=""/>
        <dsp:cNvSpPr/>
      </dsp:nvSpPr>
      <dsp:spPr>
        <a:xfrm>
          <a:off x="2241627" y="517"/>
          <a:ext cx="2382935" cy="2382935"/>
        </a:xfrm>
        <a:prstGeom prst="ellipse">
          <a:avLst/>
        </a:prstGeom>
        <a:solidFill>
          <a:schemeClr val="accent4">
            <a:alpha val="50000"/>
            <a:hueOff val="305269"/>
            <a:satOff val="-11631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信じてもらえない恐怖</a:t>
          </a:r>
        </a:p>
      </dsp:txBody>
      <dsp:txXfrm>
        <a:off x="2590600" y="349490"/>
        <a:ext cx="1684989" cy="1684989"/>
      </dsp:txXfrm>
    </dsp:sp>
    <dsp:sp modelId="{81EA4D26-6F69-4667-ACD9-037F0EAA0A2C}">
      <dsp:nvSpPr>
        <dsp:cNvPr id="0" name=""/>
        <dsp:cNvSpPr/>
      </dsp:nvSpPr>
      <dsp:spPr>
        <a:xfrm>
          <a:off x="4147975" y="517"/>
          <a:ext cx="2382935" cy="2382935"/>
        </a:xfrm>
        <a:prstGeom prst="ellipse">
          <a:avLst/>
        </a:prstGeom>
        <a:solidFill>
          <a:schemeClr val="accent4">
            <a:alpha val="50000"/>
            <a:hueOff val="610539"/>
            <a:satOff val="-23261"/>
            <a:lumOff val="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行われていることが被害だと分からない</a:t>
          </a:r>
        </a:p>
      </dsp:txBody>
      <dsp:txXfrm>
        <a:off x="4496948" y="349490"/>
        <a:ext cx="1684989" cy="1684989"/>
      </dsp:txXfrm>
    </dsp:sp>
    <dsp:sp modelId="{33C99ACB-98BB-4B81-AAF2-BA2CB1A3E889}">
      <dsp:nvSpPr>
        <dsp:cNvPr id="0" name=""/>
        <dsp:cNvSpPr/>
      </dsp:nvSpPr>
      <dsp:spPr>
        <a:xfrm>
          <a:off x="6054323" y="517"/>
          <a:ext cx="2382935" cy="2382935"/>
        </a:xfrm>
        <a:prstGeom prst="ellipse">
          <a:avLst/>
        </a:prstGeom>
        <a:solidFill>
          <a:schemeClr val="accent4">
            <a:alpha val="50000"/>
            <a:hueOff val="915808"/>
            <a:satOff val="-34892"/>
            <a:lumOff val="173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自責や恥の感情、話してはいけないと思う</a:t>
          </a:r>
        </a:p>
      </dsp:txBody>
      <dsp:txXfrm>
        <a:off x="6403296" y="349490"/>
        <a:ext cx="1684989" cy="1684989"/>
      </dsp:txXfrm>
    </dsp:sp>
    <dsp:sp modelId="{2A6846B5-BDC7-4279-91CD-89C1A030BD6D}">
      <dsp:nvSpPr>
        <dsp:cNvPr id="0" name=""/>
        <dsp:cNvSpPr/>
      </dsp:nvSpPr>
      <dsp:spPr>
        <a:xfrm>
          <a:off x="7960671" y="517"/>
          <a:ext cx="2382935" cy="2382935"/>
        </a:xfrm>
        <a:prstGeom prst="ellipse">
          <a:avLst/>
        </a:prstGeom>
        <a:solidFill>
          <a:schemeClr val="accent4">
            <a:alpha val="50000"/>
            <a:hueOff val="1221077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開示のプロセスは行きつ戻りつする</a:t>
          </a:r>
        </a:p>
      </dsp:txBody>
      <dsp:txXfrm>
        <a:off x="8309644" y="349490"/>
        <a:ext cx="1684989" cy="16849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B3232-0759-43E0-8E1B-408DE5BF1F24}">
      <dsp:nvSpPr>
        <dsp:cNvPr id="0" name=""/>
        <dsp:cNvSpPr/>
      </dsp:nvSpPr>
      <dsp:spPr>
        <a:xfrm>
          <a:off x="5788" y="126629"/>
          <a:ext cx="5479796" cy="9637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sp:txBody>
      <dsp:txXfrm>
        <a:off x="5788" y="126629"/>
        <a:ext cx="5479796" cy="963794"/>
      </dsp:txXfrm>
    </dsp:sp>
    <dsp:sp modelId="{04A6BE07-5FF2-4D51-8613-D5E52ACBD911}">
      <dsp:nvSpPr>
        <dsp:cNvPr id="0" name=""/>
        <dsp:cNvSpPr/>
      </dsp:nvSpPr>
      <dsp:spPr>
        <a:xfrm>
          <a:off x="5788" y="950730"/>
          <a:ext cx="5479796" cy="474678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ルール作り（大きなルール、自分たちのルール、ルールの背景の理解）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校内環境点検（死角をなくす）</a:t>
          </a:r>
        </a:p>
      </dsp:txBody>
      <dsp:txXfrm>
        <a:off x="5788" y="950730"/>
        <a:ext cx="5479796" cy="4746788"/>
      </dsp:txXfrm>
    </dsp:sp>
    <dsp:sp modelId="{2C1E3A73-0D5D-4B23-8165-1B33FDFFCBC3}">
      <dsp:nvSpPr>
        <dsp:cNvPr id="0" name=""/>
        <dsp:cNvSpPr/>
      </dsp:nvSpPr>
      <dsp:spPr>
        <a:xfrm>
          <a:off x="6252757" y="151624"/>
          <a:ext cx="5479796" cy="8116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sp:txBody>
      <dsp:txXfrm>
        <a:off x="6252757" y="151624"/>
        <a:ext cx="5479796" cy="811622"/>
      </dsp:txXfrm>
    </dsp:sp>
    <dsp:sp modelId="{C6385AA3-F28C-482F-931F-3910978579DB}">
      <dsp:nvSpPr>
        <dsp:cNvPr id="0" name=""/>
        <dsp:cNvSpPr/>
      </dsp:nvSpPr>
      <dsp:spPr>
        <a:xfrm>
          <a:off x="6252757" y="922213"/>
          <a:ext cx="5479796" cy="474678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研修による意識改革</a:t>
          </a:r>
          <a:r>
            <a:rPr kumimoji="1" lang="en-US" altLang="ja-JP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(</a:t>
          </a: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（性暴力に関する理解浸透、自分事として捉える研修、アンコンシャス・バイアスへの気づき）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安全な組織の整備（相談しあえる、違和感を共有しあえる、透明で安全な組織）</a:t>
          </a:r>
        </a:p>
      </dsp:txBody>
      <dsp:txXfrm>
        <a:off x="6252757" y="922213"/>
        <a:ext cx="5479796" cy="47467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B3232-0759-43E0-8E1B-408DE5BF1F24}">
      <dsp:nvSpPr>
        <dsp:cNvPr id="0" name=""/>
        <dsp:cNvSpPr/>
      </dsp:nvSpPr>
      <dsp:spPr>
        <a:xfrm>
          <a:off x="57" y="136570"/>
          <a:ext cx="5485153" cy="7291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sp:txBody>
      <dsp:txXfrm>
        <a:off x="57" y="136570"/>
        <a:ext cx="5485153" cy="729188"/>
      </dsp:txXfrm>
    </dsp:sp>
    <dsp:sp modelId="{04A6BE07-5FF2-4D51-8613-D5E52ACBD911}">
      <dsp:nvSpPr>
        <dsp:cNvPr id="0" name=""/>
        <dsp:cNvSpPr/>
      </dsp:nvSpPr>
      <dsp:spPr>
        <a:xfrm>
          <a:off x="57" y="820373"/>
          <a:ext cx="5485153" cy="50398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相談窓口の整備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相談しやすいシステム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マニュアル、フローの改訂およびその周知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日頃からの関係機関との連携強化（警察や児童相談所）</a:t>
          </a:r>
        </a:p>
      </dsp:txBody>
      <dsp:txXfrm>
        <a:off x="57" y="820373"/>
        <a:ext cx="5485153" cy="5039820"/>
      </dsp:txXfrm>
    </dsp:sp>
    <dsp:sp modelId="{2C1E3A73-0D5D-4B23-8165-1B33FDFFCBC3}">
      <dsp:nvSpPr>
        <dsp:cNvPr id="0" name=""/>
        <dsp:cNvSpPr/>
      </dsp:nvSpPr>
      <dsp:spPr>
        <a:xfrm>
          <a:off x="6253132" y="139605"/>
          <a:ext cx="5485153" cy="7237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sp:txBody>
      <dsp:txXfrm>
        <a:off x="6253132" y="139605"/>
        <a:ext cx="5485153" cy="723790"/>
      </dsp:txXfrm>
    </dsp:sp>
    <dsp:sp modelId="{C6385AA3-F28C-482F-931F-3910978579DB}">
      <dsp:nvSpPr>
        <dsp:cNvPr id="0" name=""/>
        <dsp:cNvSpPr/>
      </dsp:nvSpPr>
      <dsp:spPr>
        <a:xfrm>
          <a:off x="6253132" y="817338"/>
          <a:ext cx="5485153" cy="50398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トラウマインフォームドケアなど子供の変化をキャッチする視点、相談しやすい関係づくり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子供の被害申告を聴くための研修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性暴力の理解による二次加害の予防</a:t>
          </a:r>
        </a:p>
      </dsp:txBody>
      <dsp:txXfrm>
        <a:off x="6253132" y="817338"/>
        <a:ext cx="5485153" cy="50398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11049-316C-4332-BD62-F52A8B2BE503}">
      <dsp:nvSpPr>
        <dsp:cNvPr id="0" name=""/>
        <dsp:cNvSpPr/>
      </dsp:nvSpPr>
      <dsp:spPr>
        <a:xfrm>
          <a:off x="2994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聴きすぎない「誰が」「どこに」「何をしたか」</a:t>
          </a:r>
        </a:p>
      </dsp:txBody>
      <dsp:txXfrm>
        <a:off x="330102" y="2040472"/>
        <a:ext cx="1579416" cy="1579416"/>
      </dsp:txXfrm>
    </dsp:sp>
    <dsp:sp modelId="{391BE755-AC44-4099-B077-19FA828F3273}">
      <dsp:nvSpPr>
        <dsp:cNvPr id="0" name=""/>
        <dsp:cNvSpPr/>
      </dsp:nvSpPr>
      <dsp:spPr>
        <a:xfrm>
          <a:off x="1789900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子供の使った言葉を使う、決めつけない、誘導しない</a:t>
          </a:r>
        </a:p>
      </dsp:txBody>
      <dsp:txXfrm>
        <a:off x="2117008" y="2040472"/>
        <a:ext cx="1579416" cy="1579416"/>
      </dsp:txXfrm>
    </dsp:sp>
    <dsp:sp modelId="{035F7635-3FD6-4FDC-A63E-B5BEB81BCD98}">
      <dsp:nvSpPr>
        <dsp:cNvPr id="0" name=""/>
        <dsp:cNvSpPr/>
      </dsp:nvSpPr>
      <dsp:spPr>
        <a:xfrm>
          <a:off x="3576806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最後まで聴いてから「よくわかったよ」「話してくれてありがとう」</a:t>
          </a:r>
        </a:p>
      </dsp:txBody>
      <dsp:txXfrm>
        <a:off x="3903914" y="2040472"/>
        <a:ext cx="1579416" cy="1579416"/>
      </dsp:txXfrm>
    </dsp:sp>
    <dsp:sp modelId="{B98D1101-F681-4B1F-B3DB-B1CF6B10A81E}">
      <dsp:nvSpPr>
        <dsp:cNvPr id="0" name=""/>
        <dsp:cNvSpPr/>
      </dsp:nvSpPr>
      <dsp:spPr>
        <a:xfrm>
          <a:off x="5363712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あまり感情を出しすぎず、温かく落ち着いて</a:t>
          </a:r>
        </a:p>
      </dsp:txBody>
      <dsp:txXfrm>
        <a:off x="5690820" y="2040472"/>
        <a:ext cx="1579416" cy="1579416"/>
      </dsp:txXfrm>
    </dsp:sp>
    <dsp:sp modelId="{BF937B20-FD9A-4C2F-9C79-7B14BA33A322}">
      <dsp:nvSpPr>
        <dsp:cNvPr id="0" name=""/>
        <dsp:cNvSpPr/>
      </dsp:nvSpPr>
      <dsp:spPr>
        <a:xfrm>
          <a:off x="7150618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責めない、なぜ、どうして、と聴かない</a:t>
          </a:r>
        </a:p>
      </dsp:txBody>
      <dsp:txXfrm>
        <a:off x="7477726" y="2040472"/>
        <a:ext cx="1579416" cy="1579416"/>
      </dsp:txXfrm>
    </dsp:sp>
    <dsp:sp modelId="{8C1F1A7C-2144-4AE2-856A-6638A55339A8}">
      <dsp:nvSpPr>
        <dsp:cNvPr id="0" name=""/>
        <dsp:cNvSpPr/>
      </dsp:nvSpPr>
      <dsp:spPr>
        <a:xfrm>
          <a:off x="8940519" y="1753804"/>
          <a:ext cx="2230371" cy="21091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安全を確保する</a:t>
          </a:r>
        </a:p>
      </dsp:txBody>
      <dsp:txXfrm>
        <a:off x="9267149" y="2062689"/>
        <a:ext cx="1577111" cy="149142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7E128-4ADE-4407-9FE6-835A7D8D338C}">
      <dsp:nvSpPr>
        <dsp:cNvPr id="0" name=""/>
        <dsp:cNvSpPr/>
      </dsp:nvSpPr>
      <dsp:spPr>
        <a:xfrm>
          <a:off x="-6162014" y="-942736"/>
          <a:ext cx="7335105" cy="7335105"/>
        </a:xfrm>
        <a:prstGeom prst="blockArc">
          <a:avLst>
            <a:gd name="adj1" fmla="val 18900000"/>
            <a:gd name="adj2" fmla="val 2700000"/>
            <a:gd name="adj3" fmla="val 294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27BDDB-55FC-4D5D-B35A-1408B9966786}">
      <dsp:nvSpPr>
        <dsp:cNvPr id="0" name=""/>
        <dsp:cNvSpPr/>
      </dsp:nvSpPr>
      <dsp:spPr>
        <a:xfrm>
          <a:off x="613942" y="418967"/>
          <a:ext cx="10964928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No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（嫌だと言う）</a:t>
          </a:r>
        </a:p>
      </dsp:txBody>
      <dsp:txXfrm>
        <a:off x="613942" y="418967"/>
        <a:ext cx="10964928" cy="838371"/>
      </dsp:txXfrm>
    </dsp:sp>
    <dsp:sp modelId="{BDB07AFE-6B57-4F0F-ABE4-595F05731403}">
      <dsp:nvSpPr>
        <dsp:cNvPr id="0" name=""/>
        <dsp:cNvSpPr/>
      </dsp:nvSpPr>
      <dsp:spPr>
        <a:xfrm>
          <a:off x="89960" y="314171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A7550-E7B2-456F-A11A-5F21262BAD78}">
      <dsp:nvSpPr>
        <dsp:cNvPr id="0" name=""/>
        <dsp:cNvSpPr/>
      </dsp:nvSpPr>
      <dsp:spPr>
        <a:xfrm>
          <a:off x="1094599" y="1676742"/>
          <a:ext cx="10484271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Go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（逃げる）</a:t>
          </a:r>
        </a:p>
      </dsp:txBody>
      <dsp:txXfrm>
        <a:off x="1094599" y="1676742"/>
        <a:ext cx="10484271" cy="838371"/>
      </dsp:txXfrm>
    </dsp:sp>
    <dsp:sp modelId="{FE843077-49CC-41BB-8DA0-84649A99CE85}">
      <dsp:nvSpPr>
        <dsp:cNvPr id="0" name=""/>
        <dsp:cNvSpPr/>
      </dsp:nvSpPr>
      <dsp:spPr>
        <a:xfrm>
          <a:off x="570617" y="1571946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3124C-77A0-4605-A8B1-A1F4C7B05E51}">
      <dsp:nvSpPr>
        <dsp:cNvPr id="0" name=""/>
        <dsp:cNvSpPr/>
      </dsp:nvSpPr>
      <dsp:spPr>
        <a:xfrm>
          <a:off x="1094599" y="2934517"/>
          <a:ext cx="10484271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Tell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（大人に伝える）</a:t>
          </a:r>
        </a:p>
      </dsp:txBody>
      <dsp:txXfrm>
        <a:off x="1094599" y="2934517"/>
        <a:ext cx="10484271" cy="838371"/>
      </dsp:txXfrm>
    </dsp:sp>
    <dsp:sp modelId="{85659746-B8AC-455F-B25E-2DCF870B7170}">
      <dsp:nvSpPr>
        <dsp:cNvPr id="0" name=""/>
        <dsp:cNvSpPr/>
      </dsp:nvSpPr>
      <dsp:spPr>
        <a:xfrm>
          <a:off x="570617" y="2829721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2DF36-2875-41FC-B2F6-EDBA49A5DEFE}">
      <dsp:nvSpPr>
        <dsp:cNvPr id="0" name=""/>
        <dsp:cNvSpPr/>
      </dsp:nvSpPr>
      <dsp:spPr>
        <a:xfrm>
          <a:off x="613942" y="4025683"/>
          <a:ext cx="10964928" cy="11715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ただし、嫌だと言えなくても、逃げられなくても、それは当然のこと</a:t>
          </a:r>
          <a:endParaRPr kumimoji="1" lang="en-US" altLang="ja-JP" sz="2400" kern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悪いのは、あなたの境界線を大切にしなかった相手</a:t>
          </a:r>
        </a:p>
      </dsp:txBody>
      <dsp:txXfrm>
        <a:off x="613942" y="4025683"/>
        <a:ext cx="10964928" cy="1171590"/>
      </dsp:txXfrm>
    </dsp:sp>
    <dsp:sp modelId="{09641F70-5F08-46A6-8307-1D7B5E2C0EC6}">
      <dsp:nvSpPr>
        <dsp:cNvPr id="0" name=""/>
        <dsp:cNvSpPr/>
      </dsp:nvSpPr>
      <dsp:spPr>
        <a:xfrm>
          <a:off x="89960" y="4087496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6273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lang="ja-JP" sz="1200"/>
            </a:lvl1pPr>
          </a:lstStyle>
          <a:p>
            <a:pPr rtl="0"/>
            <a:fld id="{4C0A24AC-02A6-46A1-A072-EAC8AC25DCA5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6273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BF6DC94E-3CEF-480F-860B-FC81B918494D}" type="datetime1">
              <a:rPr lang="ja-JP" altLang="en-US" smtClean="0"/>
              <a:t>2026/6/17</a:t>
            </a:fld>
            <a:endParaRPr lang="en-US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1231900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4" rIns="91427" bIns="45714" rtlCol="0" anchor="ctr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735" y="4749691"/>
            <a:ext cx="5389880" cy="3886112"/>
          </a:xfrm>
          <a:prstGeom prst="rect">
            <a:avLst/>
          </a:prstGeom>
        </p:spPr>
        <p:txBody>
          <a:bodyPr vert="horz" lIns="91427" tIns="45714" rIns="91427" bIns="45714" rtlCol="0"/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6273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DC92804-03A6-47F6-A893-4DDB8903A808}" type="slidenum">
              <a:rPr lang="en-US" altLang="ja-JP" smtClean="0"/>
              <a:pPr/>
              <a:t>‹#›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〔登壇、会場を見渡し一拍〕</a:t>
            </a:r>
          </a:p>
          <a:p>
            <a:r>
              <a:t>もし、皆さんが一番信頼している同僚が、子供に性的な加害をしていたら――気づけるでしょうか。</a:t>
            </a:r>
          </a:p>
          <a:p>
            <a:r>
              <a:t>〔3秒、本当に沈黙〕</a:t>
            </a:r>
          </a:p>
          <a:p>
            <a:r>
              <a:t>重い問いで、すみません。でも今日の10分は、この問いに「はい、気づける」と言える学校をつくるための時間です。指導主事の紺多章一郎です。よろしくお願いします。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119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なぜ、校長でも生活指導主任でもなく、“教務”の皆さんに話すのか。性暴力の防止は、教育課程への位置付け、確実な実施、共通理解、指導・助言、保護者への働きかけ――皆さんの五つの役割すべてに関わるからです。「年間計画のどこに一コマ入れるか」を決められるのは、皆さんだけ。 生活指導だけの問題ではありません。</a:t>
            </a:r>
          </a:p>
          <a:p>
            <a:r>
              <a:t>皆さんの学校では今、どんな取組をしていますか。頭の片隅で探しながら、聞いてください。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2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6274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r>
              <a:t>ここからの内容は、上智大学・齋藤梓（さいとう・あずさ）准教授の講義がもとです。性暴力被害の現場に長く向き合ってこられた研究者で、実際の被害から分かったこと。校園長研修の要点を、私からお伝え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0DC92804-03A6-47F6-A893-4DDB8903A80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D8F2-2FEE-B45E-4188-F04FD507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53D2B5-E4FB-15E9-438F-A67286518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5B0FF2-CBC9-DDEC-3E7C-DEB36080F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t>ここで一問、子供にも使える問いです。殴る。どなる。いいよと言われていないのに、おしりを触る。いやだと言われたのに、着替えをのぞく。――この中で、“暴力”はどれでしょう。</a:t>
            </a:r>
          </a:p>
          <a:p>
            <a:r>
              <a:t>〔3〜5秒、本当に沈黙。客席を見回す〕</a:t>
            </a:r>
          </a:p>
          <a:p>
            <a:r>
              <a:t>正解は、ぜんぶ、です。 からだの暴力、こころの暴力、そして性暴力。性暴力も、暴力の一つ。 まず大人が、ここをそろえておきたいんです。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680725-61E7-3133-4AFF-028B5F294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C672F-171E-46DC-915C-C7BCF99F5C42}" type="slidenum">
              <a:rPr kumimoji="0" lang="en-US" altLang="ja-JP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ja-JP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DFD848-7F33-F84B-70CE-51C36630411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2026/4/17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41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t>もう一つ、思い込みを。性暴力は女の子だけ、ではありません。男の子にも、すべての性別の子に起こります。怖いのは「女のくせに」「男なのに」という考え方。この無意識の決めつけが、暴力の入口になります。無意識だからこそ、自分では気づけない。ここが厄介なん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C672F-171E-46DC-915C-C7BCF99F5C42}" type="slidenum">
              <a:rPr kumimoji="0" lang="en-US" altLang="ja-JP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ja-JP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B2206A-4AA5-0F34-90B2-18D14B388CB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2026/4/17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238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性暴力とは、本人が望まない性的な行為のすべて。相手が恋人でも家族でも関係ありません。言葉で言う、見せつける――触らない性暴力もあります。そして、今日いちばん覚えて帰ってほしい一言。</a:t>
            </a:r>
          </a:p>
          <a:p>
            <a:r>
              <a:t>〔一拍おく〕</a:t>
            </a:r>
          </a:p>
          <a:p>
            <a:r>
              <a:t>悪いのは、加害者です。被害に遭った人は、悪くない。 どんな理由があっても、性暴力は許されません。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35F5C-9FD6-407E-BF06-1FA795BE5FE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141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性暴力は、子供の尊厳を深く傷つける、重大な人権侵害です。トラウマ反応やうつ、自傷――やっかいなのは、それが“問題行動”の顔をして現れること。「困った子は、困っている子かもしれない」。 この視点を、どうか持っていてください。傷は、何年も続きます。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7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502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加害は、ある日突然ではありません。多くは「手なずけ」というプロセスで進みます。加害できそうな子を探し、近づき、周りから引き離す。二人きりの状況をつくり、他者の悪口で囲い込み、体に触れていく。</a:t>
            </a:r>
          </a:p>
          <a:p>
            <a:r>
              <a:t>〔声をぐっと落として〕</a:t>
            </a:r>
          </a:p>
          <a:p>
            <a:r>
              <a:t>本当に怖いのは――加害者が、子供にも私たち同僚にも「面倒見のいい、いい先生」に見えていること。「あの先生に限って」が、いちばん危ない。小さな違和感を、見逃さないでください。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8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3931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供は、被害をなかなか言えません。口止め、信じてもらえない怖さ、自分を責める気持ち――理由が重なります。被害を話せた子の多くが「聞かれたから、話せた」と言います。大人が気づく目と、子供が学ぶ機会が、要るん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9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898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然防止は、ハードとソフトで。ハードは、ルールづくりと校内点検――死角をなくす。ソフトは、研修で「自分ごと」にし、違和感を言い合える、風通しのいい組織をつくること。このソフト面を、思いつきで終わらせず、教育課程に組み込んで毎年回す。 ここが、皆さんの出番です。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10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3473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もしもの初期対応も、両面で。ハードは相談窓口の整備。ソフトは、子供の変化に気づき、相談しやすい関係をつくり、被害を聴く力を持つこと。正しく理解していれば、良かれと思った一言で追い詰める“二次被害”を防げ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11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2592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供が打ち明けてくれたら、コツは「聴きすぎない」こと。問い詰めず、子供の言葉をそのまま使い、決めつけず、最後まで聴いて「話してくれて、ありがとう」。責めない。そして安全を確保する。ねぎらいは“最後に”が、鉄則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12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450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ここまでの土台は、一つです。人権を知り、境界線と対等性を知り、何が性暴力かを知る。そして何より――まずは大人が、ちゃんと知ること。 子供にどう教えるか、の前に、私たち自身が、です。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13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9760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キーワードは「境界線」。いつ・どこで・誰と・どんな性的なことをするか、自分の体を誰に見せるか――それを決めるのは、自分です。ないがしろにされると、人として大事にされていない感覚が残る。境界線を守ることは、人権を守ることそのもの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14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4090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いざというときの行動も伝えます。No――いやだと言う、Go――逃げる、Tell――大人に言う。ただし、言えなくても、逃げられなくても、それで当たり前。 悪いのは相手です。子供を、絶対に責めない。 この一言を、必ずセットで。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15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7044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r>
              <a:t>ここまで、結局は一点です。大人が理解して、子供の安全を守り、ちゃんと伝えられるように。 私たちが学ぶことが、子供を守る最初の一歩です。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0DC92804-03A6-47F6-A893-4DDB8903A80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16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5841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2030413" y="1809750"/>
            <a:ext cx="8661401" cy="4873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練馬区立学校では、死角の点検、空き教室の施錠、教室の見える化、私物カメラの持ち込み禁止、授業でのスマホ使用禁止、録画時の表示などを進めています。大事なのは「決まりだから」で終わらせないこと。“なぜ”を語れる人が職員室に一人いるだけで、ルールは生きます。 その一人に、皆さんがなってください。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735851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最後に、皆さんに期待することです。スライドの五つは、お手元で後ほどご確認ください。今日、たった一つだけ持ち帰るなら、これです。</a:t>
            </a:r>
          </a:p>
          <a:p>
            <a:r>
              <a:t>〔一拍。スクリーンの★を示す〕</a:t>
            </a:r>
          </a:p>
          <a:p>
            <a:r>
              <a:t>自分の人権感覚を、常にアップデートし続けること。そして「あれ?」と思う事案は、迷わず、すぐ管理職へ。</a:t>
            </a:r>
          </a:p>
          <a:p>
            <a:r>
              <a:t>加害には“癖”が出る、と言われます。でも「癖だから、防げない」はありません。「起こさせない仕組みと意識」を教育課程に組み込めるのは、教務の要である、皆さんしかいません。</a:t>
            </a:r>
          </a:p>
          <a:p>
            <a:r>
              <a:t>冒頭の問いの答えを、今日から「はい」に変えていきましょう。子供たちの安全と尊厳のために。ありがとうございました。</a:t>
            </a:r>
          </a:p>
          <a:p>
            <a:r>
              <a:t>〔一礼して終了〕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18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96278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長方形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25" name="グラフィック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グラフィック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直線​​コネクタ(S)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​​コネクタ(S)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線​​コネクタ(S)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​​コネクタ(S)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​​コネクタ(S)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​​コネクタ(S)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​​コネクタ(S)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​​コネクタ(S)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タイトル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 rtlCol="0">
            <a:noAutofit/>
          </a:bodyPr>
          <a:lstStyle>
            <a:lvl1pPr algn="ctr">
              <a:defRPr lang="ja-JP" sz="7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75837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rtlCol="0" anchor="ctr" anchorCtr="0">
            <a:normAutofit/>
          </a:bodyPr>
          <a:lstStyle>
            <a:lvl1pPr>
              <a:defRPr lang="ja-JP" sz="4400"/>
            </a:lvl1pPr>
          </a:lstStyle>
          <a:p>
            <a:pPr algn="l" rtl="0">
              <a:lnSpc>
                <a:spcPts val="5800"/>
              </a:lnSpc>
            </a:pPr>
            <a:r>
              <a:rPr lang="ja-JP" sz="4800"/>
              <a:t>クリックしてタイトルを追加 </a:t>
            </a:r>
          </a:p>
        </p:txBody>
      </p:sp>
      <p:sp>
        <p:nvSpPr>
          <p:cNvPr id="2" name="図プレースホルダー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ja-JP" sz="1800"/>
            </a:lvl1pPr>
          </a:lstStyle>
          <a:p>
            <a:pPr rtl="0"/>
            <a:r>
              <a:rPr lang="ja-JP" altLang="en-US"/>
              <a:t>アイコンをクリックして図を追加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2638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rtlCol="0" anchor="b" anchorCtr="0">
            <a:normAutofit/>
          </a:bodyPr>
          <a:lstStyle>
            <a:lvl1pPr>
              <a:defRPr lang="ja-JP" sz="4400"/>
            </a:lvl1pPr>
          </a:lstStyle>
          <a:p>
            <a:pPr algn="l" rtl="0">
              <a:lnSpc>
                <a:spcPts val="5800"/>
              </a:lnSpc>
            </a:pPr>
            <a:r>
              <a:rPr lang="ja-JP" sz="4800"/>
              <a:t>クリックしてタイトルを追加 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 rtlCol="0"/>
          <a:lstStyle>
            <a:lvl1pPr marL="0" indent="0">
              <a:buNone/>
              <a:defRPr lang="ja-JP"/>
            </a:lvl1pPr>
          </a:lstStyle>
          <a:p>
            <a:pPr lvl="0" rtl="0"/>
            <a:r>
              <a:rPr lang="ja-JP"/>
              <a:t>クリックしてサブタイトルを追加</a:t>
            </a:r>
          </a:p>
        </p:txBody>
      </p:sp>
      <p:sp>
        <p:nvSpPr>
          <p:cNvPr id="2" name="図プレースホルダー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ja-JP" sz="1800"/>
            </a:lvl1pPr>
          </a:lstStyle>
          <a:p>
            <a:pPr rtl="0"/>
            <a:r>
              <a:rPr lang="ja-JP" altLang="en-US"/>
              <a:t>アイコンをクリックして図を追加</a:t>
            </a:r>
            <a:endParaRPr lang="ja-JP"/>
          </a:p>
        </p:txBody>
      </p:sp>
      <p:sp>
        <p:nvSpPr>
          <p:cNvPr id="6" name="長方形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485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長方形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 rtlCol="0">
            <a:normAutofit/>
          </a:bodyPr>
          <a:lstStyle>
            <a:lvl1pPr>
              <a:defRPr lang="ja-JP" sz="4400"/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/>
            </a:lvl1pPr>
            <a:lvl2pPr marL="228600">
              <a:spcBef>
                <a:spcPts val="1000"/>
              </a:spcBef>
              <a:defRPr lang="ja-JP" sz="1800"/>
            </a:lvl2pPr>
            <a:lvl3pPr marL="685800">
              <a:spcBef>
                <a:spcPts val="1000"/>
              </a:spcBef>
              <a:defRPr lang="ja-JP" sz="1800"/>
            </a:lvl3pPr>
            <a:lvl4pPr marL="1143000">
              <a:spcBef>
                <a:spcPts val="1000"/>
              </a:spcBef>
              <a:defRPr lang="ja-JP" sz="1800"/>
            </a:lvl4pPr>
            <a:lvl5pPr marL="1600200">
              <a:spcBef>
                <a:spcPts val="1000"/>
              </a:spcBef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0" name="日付プレースホルダー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20XX</a:t>
            </a:r>
          </a:p>
        </p:txBody>
      </p:sp>
      <p:sp>
        <p:nvSpPr>
          <p:cNvPr id="11" name="フッター プレースホルダー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サンプル フッター テキスト</a:t>
            </a: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  <p:sp>
        <p:nvSpPr>
          <p:cNvPr id="3" name="コンテンツ プレースホルダー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/>
            </a:lvl1pPr>
            <a:lvl2pPr marL="228600">
              <a:spcBef>
                <a:spcPts val="1000"/>
              </a:spcBef>
              <a:defRPr lang="ja-JP" sz="1800"/>
            </a:lvl2pPr>
            <a:lvl3pPr marL="685800">
              <a:spcBef>
                <a:spcPts val="1000"/>
              </a:spcBef>
              <a:defRPr lang="ja-JP" sz="1800"/>
            </a:lvl3pPr>
            <a:lvl4pPr marL="1143000">
              <a:spcBef>
                <a:spcPts val="1000"/>
              </a:spcBef>
              <a:defRPr lang="ja-JP" sz="1800"/>
            </a:lvl4pPr>
            <a:lvl5pPr marL="1600200">
              <a:spcBef>
                <a:spcPts val="1000"/>
              </a:spcBef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23100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3" y="365760"/>
            <a:ext cx="11067089" cy="1325880"/>
          </a:xfrm>
        </p:spPr>
        <p:txBody>
          <a:bodyPr rtlCol="0" anchor="ctr">
            <a:normAutofit/>
          </a:bodyPr>
          <a:lstStyle>
            <a:lvl1pPr>
              <a:lnSpc>
                <a:spcPts val="2800"/>
              </a:lnSpc>
              <a:spcBef>
                <a:spcPts val="1000"/>
              </a:spcBef>
              <a:defRPr lang="ja-JP" sz="4400" b="0" i="0"/>
            </a:lvl1pPr>
          </a:lstStyle>
          <a:p>
            <a:pPr rtl="0"/>
            <a:r>
              <a:rPr lang="ja-JP" sz="4400"/>
              <a:t>クリックしてタイトルを追加 </a:t>
            </a:r>
            <a:endParaRPr lang="ja-JP"/>
          </a:p>
        </p:txBody>
      </p:sp>
      <p:sp>
        <p:nvSpPr>
          <p:cNvPr id="14" name="長方形 13">
            <a:extLst>
              <a:ext uri="{FF2B5EF4-FFF2-40B4-BE49-F238E27FC236}">
                <a16:creationId xmlns:a16="http://schemas.microsoft.com/office/drawing/2014/main" id="{CA6BF945-F985-4A89-9868-A82E90E10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8A7B33CF-0773-56F3-9F3B-1619AA666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24" y="2189377"/>
            <a:ext cx="3568990" cy="3517679"/>
          </a:xfrm>
        </p:spPr>
        <p:txBody>
          <a:bodyPr tIns="0" bIns="0" rtlCol="0">
            <a:normAutofit/>
          </a:bodyPr>
          <a:lstStyle>
            <a:lvl1pPr>
              <a:defRPr lang="ja-JP" sz="1800"/>
            </a:lvl1pPr>
            <a:lvl2pPr>
              <a:defRPr lang="ja-JP" sz="1800"/>
            </a:lvl2pPr>
            <a:lvl3pPr>
              <a:defRPr lang="ja-JP" sz="1800"/>
            </a:lvl3pPr>
            <a:lvl4pPr>
              <a:defRPr lang="ja-JP" sz="1800"/>
            </a:lvl4pPr>
            <a:lvl5pPr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表プレースホルダー 3">
            <a:extLst>
              <a:ext uri="{FF2B5EF4-FFF2-40B4-BE49-F238E27FC236}">
                <a16:creationId xmlns:a16="http://schemas.microsoft.com/office/drawing/2014/main" id="{EB4A43A1-5A81-D0D1-BD71-0485EDDD4CC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01469" y="2189377"/>
            <a:ext cx="6565769" cy="3517686"/>
          </a:xfrm>
        </p:spPr>
        <p:txBody>
          <a:bodyPr rtlCol="0"/>
          <a:lstStyle>
            <a:lvl1pPr>
              <a:defRPr lang="ja-JP"/>
            </a:lvl1pPr>
          </a:lstStyle>
          <a:p>
            <a:pPr rtl="0"/>
            <a:r>
              <a:rPr lang="ja-JP" altLang="en-US"/>
              <a:t>表を追加</a:t>
            </a:r>
            <a:endParaRPr lang="ja-JP"/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E6A39699-E09B-80CC-75A3-1A20865AB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38271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 rtlCol="0">
            <a:normAutofit/>
          </a:bodyPr>
          <a:lstStyle>
            <a:lvl1pPr>
              <a:defRPr lang="ja-JP" sz="4400"/>
            </a:lvl1pPr>
          </a:lstStyle>
          <a:p>
            <a:pPr rtl="0"/>
            <a:r>
              <a:rPr lang="ja-JP" sz="4400"/>
              <a:t>クリックしてタイトルを追加 </a:t>
            </a:r>
            <a:endParaRPr lang="ja-JP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 rtlCol="0">
            <a:normAutofit/>
          </a:bodyPr>
          <a:lstStyle>
            <a:lvl1pPr>
              <a:defRPr lang="ja-JP" sz="1800"/>
            </a:lvl1pPr>
            <a:lvl2pPr>
              <a:defRPr lang="ja-JP" sz="1800"/>
            </a:lvl2pPr>
            <a:lvl3pPr>
              <a:defRPr lang="ja-JP" sz="1400"/>
            </a:lvl3pPr>
            <a:lvl4pPr>
              <a:defRPr lang="ja-JP" sz="1200"/>
            </a:lvl4pPr>
            <a:lvl5pPr>
              <a:defRPr lang="ja-JP" sz="11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 rtlCol="0">
            <a:normAutofit/>
          </a:bodyPr>
          <a:lstStyle>
            <a:lvl1pPr marL="0" indent="0">
              <a:buNone/>
              <a:defRPr lang="ja-JP" sz="1800"/>
            </a:lvl1pPr>
            <a:lvl2pPr>
              <a:defRPr lang="ja-JP" sz="1800"/>
            </a:lvl2pPr>
            <a:lvl3pPr>
              <a:defRPr lang="ja-JP" sz="1400"/>
            </a:lvl3pPr>
            <a:lvl4pPr>
              <a:defRPr lang="ja-JP" sz="1200"/>
            </a:lvl4pPr>
            <a:lvl5pPr>
              <a:defRPr lang="ja-JP" sz="11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1" name="長方形 10">
            <a:extLst>
              <a:ext uri="{FF2B5EF4-FFF2-40B4-BE49-F238E27FC236}">
                <a16:creationId xmlns:a16="http://schemas.microsoft.com/office/drawing/2014/main" id="{A53A46AB-E26C-4F66-A0B8-4CDBD5F40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9876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61904" cy="1325563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lang="ja-JP" sz="4400"/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20XX</a:t>
            </a:r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サンプル フッター テキスト</a:t>
            </a: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  <p:sp>
        <p:nvSpPr>
          <p:cNvPr id="5" name="表プレースホルダー 4">
            <a:extLst>
              <a:ext uri="{FF2B5EF4-FFF2-40B4-BE49-F238E27FC236}">
                <a16:creationId xmlns:a16="http://schemas.microsoft.com/office/drawing/2014/main" id="{402F1FD3-6A03-65D9-EE3B-3A0AE0FD8D8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0688" y="2189377"/>
            <a:ext cx="10661840" cy="3490925"/>
          </a:xfrm>
        </p:spPr>
        <p:txBody>
          <a:bodyPr rtlCol="0"/>
          <a:lstStyle>
            <a:lvl1pPr>
              <a:defRPr lang="ja-JP"/>
            </a:lvl1pPr>
          </a:lstStyle>
          <a:p>
            <a:pPr rtl="0"/>
            <a:r>
              <a:rPr lang="ja-JP" altLang="en-US"/>
              <a:t>表を追加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4409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結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79BDEB7A-D103-487A-8C1B-9145FB24B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rtlCol="0" anchor="b">
            <a:normAutofit/>
          </a:bodyPr>
          <a:lstStyle>
            <a:lvl1pPr>
              <a:defRPr lang="ja-JP" sz="4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sz="4800"/>
              <a:t>クリックしてタイトルを追加 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F3017A3E-25F7-41D5-AABB-24D0E2673A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 rtlCol="0">
            <a:noAutofit/>
          </a:bodyPr>
          <a:lstStyle>
            <a:lvl1pPr marL="0" indent="0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505C0C26-4C66-47DC-B079-5B94C22F1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07E30B1-7066-9D31-7A11-7B81B65D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長方形 14">
            <a:extLst>
              <a:ext uri="{FF2B5EF4-FFF2-40B4-BE49-F238E27FC236}">
                <a16:creationId xmlns:a16="http://schemas.microsoft.com/office/drawing/2014/main" id="{972E672D-C862-C853-0730-15E3C4953D67}"/>
              </a:ext>
            </a:extLst>
          </p:cNvPr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6" name="直線​​コネクタ(S) 15">
            <a:extLst>
              <a:ext uri="{FF2B5EF4-FFF2-40B4-BE49-F238E27FC236}">
                <a16:creationId xmlns:a16="http://schemas.microsoft.com/office/drawing/2014/main" id="{910336ED-3DCB-4524-8A3F-9FBBD0B18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​​コネクタ(S) 16">
            <a:extLst>
              <a:ext uri="{FF2B5EF4-FFF2-40B4-BE49-F238E27FC236}">
                <a16:creationId xmlns:a16="http://schemas.microsoft.com/office/drawing/2014/main" id="{2815F86B-1A6A-ECD5-F63A-4280BADEF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​​コネクタ(S) 17">
            <a:extLst>
              <a:ext uri="{FF2B5EF4-FFF2-40B4-BE49-F238E27FC236}">
                <a16:creationId xmlns:a16="http://schemas.microsoft.com/office/drawing/2014/main" id="{7B5534F0-444E-1FA5-FC8F-F04505FC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​​コネクタ(S) 28">
            <a:extLst>
              <a:ext uri="{FF2B5EF4-FFF2-40B4-BE49-F238E27FC236}">
                <a16:creationId xmlns:a16="http://schemas.microsoft.com/office/drawing/2014/main" id="{5119972F-DA18-8749-FF59-A83CA1E1F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長方形 29">
            <a:extLst>
              <a:ext uri="{FF2B5EF4-FFF2-40B4-BE49-F238E27FC236}">
                <a16:creationId xmlns:a16="http://schemas.microsoft.com/office/drawing/2014/main" id="{067D80A1-B7E7-2F80-975E-2E87C591BB67}"/>
              </a:ext>
            </a:extLst>
          </p:cNvPr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" name="直線​​コネクタ(S) 30">
            <a:extLst>
              <a:ext uri="{FF2B5EF4-FFF2-40B4-BE49-F238E27FC236}">
                <a16:creationId xmlns:a16="http://schemas.microsoft.com/office/drawing/2014/main" id="{BE88F6AB-6890-F7DE-7C01-CE237F778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​​コネクタ(S) 31">
            <a:extLst>
              <a:ext uri="{FF2B5EF4-FFF2-40B4-BE49-F238E27FC236}">
                <a16:creationId xmlns:a16="http://schemas.microsoft.com/office/drawing/2014/main" id="{5F6575E3-45E3-206E-9037-D8FD562B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​​コネクタ(S) 32">
            <a:extLst>
              <a:ext uri="{FF2B5EF4-FFF2-40B4-BE49-F238E27FC236}">
                <a16:creationId xmlns:a16="http://schemas.microsoft.com/office/drawing/2014/main" id="{9BE4BC31-600E-ECD3-1E7F-FE4F6F720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グラフィック 33">
            <a:extLst>
              <a:ext uri="{FF2B5EF4-FFF2-40B4-BE49-F238E27FC236}">
                <a16:creationId xmlns:a16="http://schemas.microsoft.com/office/drawing/2014/main" id="{3F8CA839-B327-1ECD-C35D-02164F5BBD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706" t="12194" r="49126" b="12256"/>
          <a:stretch/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グラフィック 34">
            <a:extLst>
              <a:ext uri="{FF2B5EF4-FFF2-40B4-BE49-F238E27FC236}">
                <a16:creationId xmlns:a16="http://schemas.microsoft.com/office/drawing/2014/main" id="{E1A97957-D274-4D24-1862-D53BF72826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90" t="12194" r="70042" b="12256"/>
          <a:stretch/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0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badi Extra Light" panose="020B0204020104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badi Extra Light" panose="020B0204020104020204" pitchFamily="34" charset="0"/>
              </a:defRPr>
            </a:lvl1pPr>
            <a:lvl2pPr>
              <a:defRPr>
                <a:latin typeface="Abadi Extra Light" panose="020B0204020104020204" pitchFamily="34" charset="0"/>
              </a:defRPr>
            </a:lvl2pPr>
            <a:lvl3pPr>
              <a:defRPr>
                <a:latin typeface="Abadi Extra Light" panose="020B0204020104020204" pitchFamily="34" charset="0"/>
              </a:defRPr>
            </a:lvl3pPr>
            <a:lvl4pPr>
              <a:defRPr>
                <a:latin typeface="Abadi Extra Light" panose="020B0204020104020204" pitchFamily="34" charset="0"/>
              </a:defRPr>
            </a:lvl4pPr>
            <a:lvl5pPr>
              <a:defRPr>
                <a:latin typeface="Abadi Extra Light" panose="020B0204020104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54A9-6EA7-407F-B5E4-0B78960D09A6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4C0D-F622-45B5-A11F-BDE0143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02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75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68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990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30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28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09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55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62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32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86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35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長方形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" name="直線​​コネクタ(S)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サンプル フッター テキスト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4F6043-7A67-491B-98BC-F933DED7226D}" type="slidenum">
              <a:rPr lang="en-US" altLang="ja-JP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227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55" r:id="rId2"/>
    <p:sldLayoutId id="2147483856" r:id="rId3"/>
    <p:sldLayoutId id="2147483832" r:id="rId4"/>
    <p:sldLayoutId id="2147483854" r:id="rId5"/>
    <p:sldLayoutId id="2147483857" r:id="rId6"/>
    <p:sldLayoutId id="2147483829" r:id="rId7"/>
    <p:sldLayoutId id="2147483853" r:id="rId8"/>
    <p:sldLayoutId id="2147483859" r:id="rId9"/>
    <p:sldLayoutId id="214748386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sz="6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79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Relationship Id="rId13" Type="http://schemas.openxmlformats.org/officeDocument/2006/relationships/diagramData" Target="../diagrams/data3.xml"/><Relationship Id="rId14" Type="http://schemas.openxmlformats.org/officeDocument/2006/relationships/diagramLayout" Target="../diagrams/layout3.xml"/><Relationship Id="rId15" Type="http://schemas.openxmlformats.org/officeDocument/2006/relationships/diagramQuickStyle" Target="../diagrams/quickStyle3.xml"/><Relationship Id="rId16" Type="http://schemas.openxmlformats.org/officeDocument/2006/relationships/diagramColors" Target="../diagrams/colors3.xml"/><Relationship Id="rId17" Type="http://schemas.microsoft.com/office/2007/relationships/diagramDrawing" Target="../diagrams/drawing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diagramData" Target="../diagrams/data9.xml"/><Relationship Id="rId4" Type="http://schemas.openxmlformats.org/officeDocument/2006/relationships/diagramLayout" Target="../diagrams/layout9.xml"/><Relationship Id="rId5" Type="http://schemas.openxmlformats.org/officeDocument/2006/relationships/diagramQuickStyle" Target="../diagrams/quickStyle9.xml"/><Relationship Id="rId6" Type="http://schemas.openxmlformats.org/officeDocument/2006/relationships/diagramColors" Target="../diagrams/colors9.xml"/><Relationship Id="rId7" Type="http://schemas.microsoft.com/office/2007/relationships/diagramDrawing" Target="../diagrams/drawing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diagramData" Target="../diagrams/data10.xml"/><Relationship Id="rId4" Type="http://schemas.openxmlformats.org/officeDocument/2006/relationships/diagramLayout" Target="../diagrams/layout10.xml"/><Relationship Id="rId5" Type="http://schemas.openxmlformats.org/officeDocument/2006/relationships/diagramQuickStyle" Target="../diagrams/quickStyle10.xml"/><Relationship Id="rId6" Type="http://schemas.openxmlformats.org/officeDocument/2006/relationships/diagramColors" Target="../diagrams/colors10.xml"/><Relationship Id="rId7" Type="http://schemas.microsoft.com/office/2007/relationships/diagramDrawing" Target="../diagrams/drawing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4473B96-F2EB-815F-99F2-DA6AF57FB446}"/>
              </a:ext>
            </a:extLst>
          </p:cNvPr>
          <p:cNvSpPr/>
          <p:nvPr/>
        </p:nvSpPr>
        <p:spPr>
          <a:xfrm>
            <a:off x="-12000" y="653143"/>
            <a:ext cx="12204000" cy="334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kumimoji="1" lang="ja-JP" altLang="en-US" sz="6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人権を基盤とした研修プログラム</a:t>
            </a:r>
            <a:endParaRPr kumimoji="1" lang="en-US" altLang="ja-JP" sz="6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algn="ctr"/>
            <a:r>
              <a:rPr kumimoji="1" lang="ja-JP" altLang="en-US" sz="6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～教務園務担当者編～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7EEDEEC-8E6B-1D46-E606-28BD2026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806" y="4207063"/>
            <a:ext cx="2552754" cy="26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6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C86D48-50E1-E370-EFE5-1989C7D6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EF29A0F9-AED6-7516-D445-4194C6272721}"/>
              </a:ext>
            </a:extLst>
          </p:cNvPr>
          <p:cNvSpPr/>
          <p:nvPr/>
        </p:nvSpPr>
        <p:spPr>
          <a:xfrm>
            <a:off x="152905" y="142019"/>
            <a:ext cx="9360000" cy="14400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教務園務担当者の役割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矢印: 山形 2">
            <a:extLst>
              <a:ext uri="{FF2B5EF4-FFF2-40B4-BE49-F238E27FC236}">
                <a16:creationId xmlns:a16="http://schemas.microsoft.com/office/drawing/2014/main" id="{7CA7DB54-0F33-F4DE-C859-A7827775BB28}"/>
              </a:ext>
            </a:extLst>
          </p:cNvPr>
          <p:cNvSpPr/>
          <p:nvPr/>
        </p:nvSpPr>
        <p:spPr>
          <a:xfrm>
            <a:off x="8966279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矢印: 山形 4">
            <a:extLst>
              <a:ext uri="{FF2B5EF4-FFF2-40B4-BE49-F238E27FC236}">
                <a16:creationId xmlns:a16="http://schemas.microsoft.com/office/drawing/2014/main" id="{E561CC89-A592-1EA7-40AC-DD25EF88A581}"/>
              </a:ext>
            </a:extLst>
          </p:cNvPr>
          <p:cNvSpPr/>
          <p:nvPr/>
        </p:nvSpPr>
        <p:spPr>
          <a:xfrm>
            <a:off x="9923212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D70484BD-AFAA-1B84-8708-35BB4658B2C1}"/>
              </a:ext>
            </a:extLst>
          </p:cNvPr>
          <p:cNvSpPr txBox="1">
            <a:spLocks/>
          </p:cNvSpPr>
          <p:nvPr/>
        </p:nvSpPr>
        <p:spPr>
          <a:xfrm>
            <a:off x="359764" y="1669818"/>
            <a:ext cx="11745150" cy="45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〇教育課程への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位置付け</a:t>
            </a:r>
            <a:endParaRPr lang="en-US" altLang="ja-JP" sz="4000" dirty="0">
              <a:solidFill>
                <a:srgbClr val="FF0000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〇計画に基づいた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教育活動の確実な実施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〇教職員による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共通理解・共通実践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〇教職員に対する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指導・助言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〇児童生徒や保護者への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働きかけ</a:t>
            </a:r>
          </a:p>
          <a:p>
            <a:pPr algn="l">
              <a:lnSpc>
                <a:spcPct val="120000"/>
              </a:lnSpc>
            </a:pPr>
            <a:endParaRPr lang="ja-JP" altLang="en-US" sz="40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endParaRPr lang="ja-JP" altLang="en-US" sz="40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pic>
        <p:nvPicPr>
          <p:cNvPr id="6" name="図 5" descr="設計図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EFA6626-F91D-08FA-49F7-B13AC168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279" y="4018045"/>
            <a:ext cx="3138635" cy="285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7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22" y="1115167"/>
            <a:ext cx="10636156" cy="465538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教職員による幼児児童生徒への</a:t>
            </a:r>
            <a:br>
              <a:rPr lang="en-US" altLang="ja-JP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性暴力等の防止について</a:t>
            </a:r>
            <a:endParaRPr lang="ja-JP" sz="4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BFAFED-DEFA-B3B5-004A-8D2592D14F97}"/>
              </a:ext>
            </a:extLst>
          </p:cNvPr>
          <p:cNvSpPr/>
          <p:nvPr/>
        </p:nvSpPr>
        <p:spPr>
          <a:xfrm>
            <a:off x="5097776" y="4562991"/>
            <a:ext cx="6091450" cy="9597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</a:t>
            </a:r>
            <a:endParaRPr kumimoji="1" lang="en-US" altLang="ja-JP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齋藤梓　（臨床心理士、公認心理師、</a:t>
            </a:r>
            <a:r>
              <a:rPr kumimoji="1" lang="en-US" altLang="ja-JP" err="1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Ph.D</a:t>
            </a:r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5B9D1C-D623-543C-8F24-B0478558C30B}"/>
              </a:ext>
            </a:extLst>
          </p:cNvPr>
          <p:cNvSpPr/>
          <p:nvPr/>
        </p:nvSpPr>
        <p:spPr>
          <a:xfrm>
            <a:off x="930322" y="830415"/>
            <a:ext cx="6727059" cy="113713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2025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年（令和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7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年）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4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月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14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日</a:t>
            </a:r>
            <a:endParaRPr kumimoji="1" lang="en-US" altLang="ja-JP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人権を基盤とした研修プログラム　校園長対象研修会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F029-3463-FD3A-057F-218DE8E5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D8BB2F-59D4-45C6-A397-BCD4BF6A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718" y="78305"/>
            <a:ext cx="10893973" cy="818618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4000" b="0" noProof="1">
                <a:latin typeface="Meiryo UI" panose="020B0604030504040204" pitchFamily="50" charset="-128"/>
              </a:rPr>
              <a:t>どれが暴力？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10BFC5-014F-9CD8-2756-FD150431D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726207"/>
            <a:ext cx="10178322" cy="531555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さんを、グーでなぐりました。</a:t>
            </a: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＜からだの暴力＞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さんを、どなりました。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＜こころの暴力＞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さんがいいよと言っていないのに、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さんのおしりをさわりました。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＜性暴力＞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さんがいやだと言ったのに、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さんの着がえをのぞきました。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＜性暴力＞</a:t>
            </a:r>
          </a:p>
          <a:p>
            <a:pPr marL="0" indent="0" rtl="0">
              <a:buNone/>
            </a:pPr>
            <a:endParaRPr lang="ja-JP" altLang="en-US" noProof="1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836607-B2EF-8853-E84E-7C680CFA812B}"/>
              </a:ext>
            </a:extLst>
          </p:cNvPr>
          <p:cNvSpPr/>
          <p:nvPr/>
        </p:nvSpPr>
        <p:spPr>
          <a:xfrm>
            <a:off x="6786960" y="5843793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6204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38657A-8B7E-4B6C-A10E-806AE7B7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56117"/>
            <a:ext cx="10515600" cy="1325563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4000" b="0" noProof="1"/>
              <a:t>「性暴力」は女の子だけにおこるもの？</a:t>
            </a:r>
            <a:endParaRPr lang="en-US" altLang="ja-JP" sz="4000" b="0" noProof="1">
              <a:latin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50C1E8-A3C4-4E79-8384-A72C24304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027894"/>
            <a:ext cx="10178322" cy="5401784"/>
          </a:xfrm>
        </p:spPr>
        <p:txBody>
          <a:bodyPr rtlCol="0"/>
          <a:lstStyle/>
          <a:p>
            <a:pPr rtl="0"/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「性暴力」は、男の子にもおきます。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rtl="0"/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「女のくせに」「男なのに」という考え方が</a:t>
            </a: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  暴力のきっかけとなることがあります！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4C5AAA4F-399B-A8B8-CF8A-0E41BD42A553}"/>
              </a:ext>
            </a:extLst>
          </p:cNvPr>
          <p:cNvGraphicFramePr/>
          <p:nvPr/>
        </p:nvGraphicFramePr>
        <p:xfrm>
          <a:off x="1403077" y="2626561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1D41E095-DDBC-55B7-49A2-30285BCDD077}"/>
              </a:ext>
            </a:extLst>
          </p:cNvPr>
          <p:cNvGraphicFramePr/>
          <p:nvPr/>
        </p:nvGraphicFramePr>
        <p:xfrm>
          <a:off x="1403077" y="3727761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84C30375-C625-DBAB-3684-1BFE88C820C9}"/>
              </a:ext>
            </a:extLst>
          </p:cNvPr>
          <p:cNvGraphicFramePr/>
          <p:nvPr/>
        </p:nvGraphicFramePr>
        <p:xfrm>
          <a:off x="1403076" y="4828962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1E6B4D-E67E-4A78-2800-C3F92F6D7EB4}"/>
              </a:ext>
            </a:extLst>
          </p:cNvPr>
          <p:cNvSpPr/>
          <p:nvPr/>
        </p:nvSpPr>
        <p:spPr>
          <a:xfrm>
            <a:off x="6931339" y="5902607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3697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8A0EB2D7-DE06-4DE8-9640-ABD3B9191709}"/>
              </a:ext>
            </a:extLst>
          </p:cNvPr>
          <p:cNvSpPr txBox="1">
            <a:spLocks/>
          </p:cNvSpPr>
          <p:nvPr/>
        </p:nvSpPr>
        <p:spPr>
          <a:xfrm>
            <a:off x="5854700" y="6591300"/>
            <a:ext cx="4699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59C28C4-93E8-4A6E-8DDC-0722D5EA7CB2}" type="slidenum"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5AF037C-EFE0-45EF-BAFD-736FE0A40521}"/>
              </a:ext>
            </a:extLst>
          </p:cNvPr>
          <p:cNvSpPr/>
          <p:nvPr/>
        </p:nvSpPr>
        <p:spPr>
          <a:xfrm>
            <a:off x="4642618" y="198500"/>
            <a:ext cx="2924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600" b="1" spc="200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性暴力とは？</a:t>
            </a:r>
            <a:endParaRPr lang="en-US" altLang="ja-JP" sz="3600" b="1" spc="200">
              <a:solidFill>
                <a:schemeClr val="accent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6B7ED8D8-8EE8-4D28-91FD-FD95727133A1}"/>
              </a:ext>
            </a:extLst>
          </p:cNvPr>
          <p:cNvSpPr/>
          <p:nvPr/>
        </p:nvSpPr>
        <p:spPr>
          <a:xfrm>
            <a:off x="1416050" y="869862"/>
            <a:ext cx="9359900" cy="1085586"/>
          </a:xfrm>
          <a:prstGeom prst="roundRect">
            <a:avLst>
              <a:gd name="adj" fmla="val 11786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46800" rtlCol="0" anchor="t" anchorCtr="1">
            <a:spAutoFit/>
          </a:bodyPr>
          <a:lstStyle/>
          <a:p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性暴力とは、あなたが望まない性的な行為のことです。</a:t>
            </a:r>
            <a:endParaRPr lang="en-US" altLang="ja-JP" sz="2000" b="1">
              <a:solidFill>
                <a:schemeClr val="accent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相手が恋人や家族、顔見知りだったとしても、あなたが望まない性的な行為はすべて</a:t>
            </a:r>
            <a:br>
              <a:rPr lang="en-US" altLang="ja-JP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性暴力です。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66B2EB3-6065-4D09-AA45-84D919721548}"/>
              </a:ext>
            </a:extLst>
          </p:cNvPr>
          <p:cNvSpPr/>
          <p:nvPr/>
        </p:nvSpPr>
        <p:spPr>
          <a:xfrm>
            <a:off x="1721246" y="2027024"/>
            <a:ext cx="8749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相手がいやがっているのに、性的な言葉を言ったり、体を触ったり、見せつけたり</a:t>
            </a:r>
            <a:br>
              <a:rPr lang="en-US" altLang="ja-JP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するなど、性的な言葉や行動で人を傷つけることは性暴力です。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体に触る暴力だけが性暴力ではありません。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性別にかかわらず被害にあいます。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7C017B7-9C66-45BD-87C1-A513F2C465FD}"/>
              </a:ext>
            </a:extLst>
          </p:cNvPr>
          <p:cNvSpPr/>
          <p:nvPr/>
        </p:nvSpPr>
        <p:spPr>
          <a:xfrm>
            <a:off x="1056460" y="5310233"/>
            <a:ext cx="5833648" cy="1203484"/>
          </a:xfrm>
          <a:prstGeom prst="roundRect">
            <a:avLst>
              <a:gd name="adj" fmla="val 6072"/>
            </a:avLst>
          </a:prstGeom>
          <a:ln w="25400">
            <a:solidFill>
              <a:schemeClr val="accent3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 u="heavy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悪いのは加害者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です。</a:t>
            </a:r>
          </a:p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被害にあった人は悪くありません。</a:t>
            </a:r>
          </a:p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どんな理由があっても性暴力は決して許されません。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5D1CCE6-98A7-49B6-AC5F-B58EFFD7D7A0}"/>
              </a:ext>
            </a:extLst>
          </p:cNvPr>
          <p:cNvGrpSpPr/>
          <p:nvPr/>
        </p:nvGrpSpPr>
        <p:grpSpPr>
          <a:xfrm>
            <a:off x="2395432" y="3258417"/>
            <a:ext cx="7401136" cy="2033420"/>
            <a:chOff x="974625" y="3258417"/>
            <a:chExt cx="7401136" cy="2033420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4D8A806-5993-4BB5-B5C6-0D8F2F5F3A0E}"/>
                </a:ext>
              </a:extLst>
            </p:cNvPr>
            <p:cNvGrpSpPr/>
            <p:nvPr/>
          </p:nvGrpSpPr>
          <p:grpSpPr>
            <a:xfrm>
              <a:off x="4789711" y="3258417"/>
              <a:ext cx="3586050" cy="2033420"/>
              <a:chOff x="4789711" y="3258417"/>
              <a:chExt cx="3586050" cy="2033420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02E0E0B7-0BDB-438E-8DA3-F2932DA6B1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24736" y="3258417"/>
                <a:ext cx="2916000" cy="396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ja-JP" altLang="en-US" b="1" spc="200">
                    <a:solidFill>
                      <a:schemeClr val="bg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体に触らない性暴力</a:t>
                </a:r>
              </a:p>
            </p:txBody>
          </p:sp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3006386B-E551-4BBE-9AA0-B96731140409}"/>
                  </a:ext>
                </a:extLst>
              </p:cNvPr>
              <p:cNvGrpSpPr/>
              <p:nvPr/>
            </p:nvGrpSpPr>
            <p:grpSpPr>
              <a:xfrm>
                <a:off x="4789711" y="3743837"/>
                <a:ext cx="3586050" cy="1548000"/>
                <a:chOff x="4789711" y="3743837"/>
                <a:chExt cx="3586050" cy="1548000"/>
              </a:xfrm>
            </p:grpSpPr>
            <p:pic>
              <p:nvPicPr>
                <p:cNvPr id="5" name="図 4" descr="おもちゃ, 人形, 時計 が含まれている画像&#10;&#10;自動的に生成された説明">
                  <a:extLst>
                    <a:ext uri="{FF2B5EF4-FFF2-40B4-BE49-F238E27FC236}">
                      <a16:creationId xmlns:a16="http://schemas.microsoft.com/office/drawing/2014/main" id="{8FD71340-EC61-44EC-8C96-27062DED17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8697"/>
                <a:stretch/>
              </p:blipFill>
              <p:spPr>
                <a:xfrm>
                  <a:off x="4789711" y="3743837"/>
                  <a:ext cx="1616870" cy="1476000"/>
                </a:xfrm>
                <a:prstGeom prst="rect">
                  <a:avLst/>
                </a:prstGeom>
              </p:spPr>
            </p:pic>
            <p:pic>
              <p:nvPicPr>
                <p:cNvPr id="24" name="図 23" descr="グラフィカル ユーザー インターフェイス, アプリケーション&#10;&#10;自動的に生成された説明">
                  <a:extLst>
                    <a:ext uri="{FF2B5EF4-FFF2-40B4-BE49-F238E27FC236}">
                      <a16:creationId xmlns:a16="http://schemas.microsoft.com/office/drawing/2014/main" id="{8FDC366B-89C2-45D0-9D81-673EAE514D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60370" y="3743837"/>
                  <a:ext cx="1615391" cy="1548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2F8EA0E2-1BFA-4982-90DA-DA9813732742}"/>
                </a:ext>
              </a:extLst>
            </p:cNvPr>
            <p:cNvGrpSpPr/>
            <p:nvPr/>
          </p:nvGrpSpPr>
          <p:grpSpPr>
            <a:xfrm>
              <a:off x="974625" y="3258417"/>
              <a:ext cx="3194887" cy="2006685"/>
              <a:chOff x="974625" y="3258417"/>
              <a:chExt cx="3194887" cy="2006685"/>
            </a:xfrm>
          </p:grpSpPr>
          <p:sp>
            <p:nvSpPr>
              <p:cNvPr id="19" name="四角形: 角を丸くする 18">
                <a:extLst>
                  <a:ext uri="{FF2B5EF4-FFF2-40B4-BE49-F238E27FC236}">
                    <a16:creationId xmlns:a16="http://schemas.microsoft.com/office/drawing/2014/main" id="{E15159E5-4E3C-44B2-8BF8-68F1EC8919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4068" y="3258417"/>
                <a:ext cx="2916000" cy="396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ja-JP" altLang="en-US" b="1" spc="200">
                    <a:solidFill>
                      <a:schemeClr val="bg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体に触る性暴力</a:t>
                </a:r>
              </a:p>
            </p:txBody>
          </p:sp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D823C5A6-A5CA-40F7-8642-28AEECE1542D}"/>
                  </a:ext>
                </a:extLst>
              </p:cNvPr>
              <p:cNvGrpSpPr/>
              <p:nvPr/>
            </p:nvGrpSpPr>
            <p:grpSpPr>
              <a:xfrm>
                <a:off x="974625" y="3699682"/>
                <a:ext cx="3194887" cy="1565420"/>
                <a:chOff x="974625" y="3699682"/>
                <a:chExt cx="3194887" cy="1565420"/>
              </a:xfrm>
            </p:grpSpPr>
            <p:pic>
              <p:nvPicPr>
                <p:cNvPr id="15" name="図 14" descr="ロゴ&#10;&#10;自動的に生成された説明">
                  <a:extLst>
                    <a:ext uri="{FF2B5EF4-FFF2-40B4-BE49-F238E27FC236}">
                      <a16:creationId xmlns:a16="http://schemas.microsoft.com/office/drawing/2014/main" id="{3249E29B-A670-4ACC-BCB6-33042E331F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4625" y="3789102"/>
                  <a:ext cx="1392777" cy="1476000"/>
                </a:xfrm>
                <a:prstGeom prst="rect">
                  <a:avLst/>
                </a:prstGeom>
              </p:spPr>
            </p:pic>
            <p:pic>
              <p:nvPicPr>
                <p:cNvPr id="4" name="図 3" descr="抽象 が含まれている画像&#10;&#10;自動的に生成された説明">
                  <a:extLst>
                    <a:ext uri="{FF2B5EF4-FFF2-40B4-BE49-F238E27FC236}">
                      <a16:creationId xmlns:a16="http://schemas.microsoft.com/office/drawing/2014/main" id="{BF7B2020-2AF7-4880-A62D-5189EA7EEF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0827" y="3699682"/>
                  <a:ext cx="1618685" cy="154800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4BC731-3BF5-1D86-877A-7933380EDB24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76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8A0402C-A878-1DE4-31A8-08AB9303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4C0D-F622-45B5-A11F-BDE01438ED7E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E579EE8-ABC7-7786-5C50-E9CBC3320511}"/>
              </a:ext>
            </a:extLst>
          </p:cNvPr>
          <p:cNvSpPr txBox="1">
            <a:spLocks/>
          </p:cNvSpPr>
          <p:nvPr/>
        </p:nvSpPr>
        <p:spPr>
          <a:xfrm>
            <a:off x="195943" y="359229"/>
            <a:ext cx="11576957" cy="6196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性暴力は、被害に遭った子供にどのような影響を与えるか</a:t>
            </a:r>
            <a:endParaRPr lang="en-US" altLang="ja-JP" sz="36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370793E8-69D6-0135-3917-C5EB809DF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9035263"/>
              </p:ext>
            </p:extLst>
          </p:nvPr>
        </p:nvGraphicFramePr>
        <p:xfrm>
          <a:off x="-151292" y="1096320"/>
          <a:ext cx="12147349" cy="2683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97FF054-3E49-0C43-75A9-00507056D77A}"/>
              </a:ext>
            </a:extLst>
          </p:cNvPr>
          <p:cNvSpPr/>
          <p:nvPr/>
        </p:nvSpPr>
        <p:spPr>
          <a:xfrm>
            <a:off x="571727" y="3983410"/>
            <a:ext cx="10401300" cy="20396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個人の尊厳を著しく傷つける行為であり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心身に深刻な影響を与えるだけではなく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健全な発達を阻害する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人権の侵害であるということ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4A22B2-4986-7B5E-F1DC-C37E560B8FB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432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F655-45C9-6C0F-F9EF-FBC1F37E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BB7AFF7-7CA8-C8E5-9644-F981FA6BBFE5}"/>
              </a:ext>
            </a:extLst>
          </p:cNvPr>
          <p:cNvSpPr txBox="1">
            <a:spLocks/>
          </p:cNvSpPr>
          <p:nvPr/>
        </p:nvSpPr>
        <p:spPr>
          <a:xfrm>
            <a:off x="141184" y="1208314"/>
            <a:ext cx="11668525" cy="5347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例）性的手なずけ（</a:t>
            </a:r>
            <a:r>
              <a:rPr lang="en-US" altLang="ja-JP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Winters et al.,2021</a:t>
            </a: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lang="en-US" altLang="ja-JP" sz="3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321DD60A-C0EE-2094-17C6-6E640928E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988233"/>
              </p:ext>
            </p:extLst>
          </p:nvPr>
        </p:nvGraphicFramePr>
        <p:xfrm>
          <a:off x="475281" y="1387062"/>
          <a:ext cx="11241438" cy="4727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A7A520A-D174-3399-C1A2-D7EDA0A214C4}"/>
              </a:ext>
            </a:extLst>
          </p:cNvPr>
          <p:cNvSpPr txBox="1">
            <a:spLocks/>
          </p:cNvSpPr>
          <p:nvPr/>
        </p:nvSpPr>
        <p:spPr>
          <a:xfrm>
            <a:off x="146956" y="522514"/>
            <a:ext cx="11668525" cy="5848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加害は、どのようなプロセスで発生するのか？</a:t>
            </a: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EEE31B7-D024-DBFE-6F92-F04F75904D4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472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44255-49AC-8E96-15BF-CCDDB432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5823470A-689D-FD57-67BB-82B085A52874}"/>
              </a:ext>
            </a:extLst>
          </p:cNvPr>
          <p:cNvSpPr txBox="1">
            <a:spLocks/>
          </p:cNvSpPr>
          <p:nvPr/>
        </p:nvSpPr>
        <p:spPr>
          <a:xfrm>
            <a:off x="0" y="253094"/>
            <a:ext cx="11674549" cy="6351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子供たちは被害を打ち明けることが難しい</a:t>
            </a:r>
            <a:endParaRPr lang="en-US" altLang="ja-JP" sz="3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DED6DC69-92E0-58A2-DB95-28FE020F85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6126370"/>
              </p:ext>
            </p:extLst>
          </p:nvPr>
        </p:nvGraphicFramePr>
        <p:xfrm>
          <a:off x="735893" y="860039"/>
          <a:ext cx="10678886" cy="2383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矢印: 下 3">
            <a:extLst>
              <a:ext uri="{FF2B5EF4-FFF2-40B4-BE49-F238E27FC236}">
                <a16:creationId xmlns:a16="http://schemas.microsoft.com/office/drawing/2014/main" id="{76BD7CDC-03DA-ACC6-20D2-D19FC39A777B}"/>
              </a:ext>
            </a:extLst>
          </p:cNvPr>
          <p:cNvSpPr/>
          <p:nvPr/>
        </p:nvSpPr>
        <p:spPr>
          <a:xfrm>
            <a:off x="5241471" y="3244010"/>
            <a:ext cx="1404257" cy="704640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32DDA2C-DD84-D384-48C0-7EDE4B781241}"/>
              </a:ext>
            </a:extLst>
          </p:cNvPr>
          <p:cNvSpPr/>
          <p:nvPr/>
        </p:nvSpPr>
        <p:spPr>
          <a:xfrm>
            <a:off x="605265" y="3986888"/>
            <a:ext cx="10678886" cy="2088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“尋ねられたから話すことができた”“知ったから話せた”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子供たちが教育を受けることの大切さ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何より、周りの大人が気がつく視点をもち、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子供の小さな変化や</a:t>
            </a:r>
            <a:r>
              <a:rPr kumimoji="1" lang="en-US" altLang="ja-JP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SOS</a:t>
            </a:r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を見逃さない努力が必要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27438E-A467-7E2D-4C2F-315AE88E6E10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392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50FD-F343-FFAF-6680-EF42133F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9CAECDD4-8802-EED9-EF0C-5235373E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43"/>
            <a:ext cx="9296400" cy="828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未然防止に関するハード面とソフト面（教職員編）</a:t>
            </a:r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54BD9F57-FB9F-5D50-4D4C-68891C1B9A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7844233"/>
              </p:ext>
            </p:extLst>
          </p:nvPr>
        </p:nvGraphicFramePr>
        <p:xfrm>
          <a:off x="170121" y="571629"/>
          <a:ext cx="11738343" cy="5996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FF909C-C4AB-8F1C-6B79-E01994BB0F57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5574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08A4-6955-2D95-1120-407D31D3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9FD3BF99-3BB5-E741-B077-E0E5186B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43"/>
            <a:ext cx="9525000" cy="828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初期対応に関するハード面とソフト面（教職員編）</a:t>
            </a:r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BB0FA984-6732-6FD2-5322-864478097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589098"/>
              </p:ext>
            </p:extLst>
          </p:nvPr>
        </p:nvGraphicFramePr>
        <p:xfrm>
          <a:off x="170121" y="528087"/>
          <a:ext cx="11738343" cy="5996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84DB07E-E5D4-8244-CA32-F7B7E49D47A8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012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272AEB0D-05D5-9D0C-3B8E-61DC75D7C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7258003"/>
              </p:ext>
            </p:extLst>
          </p:nvPr>
        </p:nvGraphicFramePr>
        <p:xfrm>
          <a:off x="212726" y="488648"/>
          <a:ext cx="11170891" cy="5660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タイトル 1">
            <a:extLst>
              <a:ext uri="{FF2B5EF4-FFF2-40B4-BE49-F238E27FC236}">
                <a16:creationId xmlns:a16="http://schemas.microsoft.com/office/drawing/2014/main" id="{458B0376-EF94-EF1C-9CF9-08C16A2F5712}"/>
              </a:ext>
            </a:extLst>
          </p:cNvPr>
          <p:cNvSpPr txBox="1">
            <a:spLocks/>
          </p:cNvSpPr>
          <p:nvPr/>
        </p:nvSpPr>
        <p:spPr>
          <a:xfrm>
            <a:off x="212726" y="255722"/>
            <a:ext cx="8455025" cy="750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ja-JP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ja-JP" sz="60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>
              <a:defRPr/>
            </a:pPr>
            <a:r>
              <a:rPr lang="ja-JP" altLang="en-US" sz="36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子供が被害を打ち明けたとき</a:t>
            </a:r>
            <a:endParaRPr lang="en-US" altLang="en-US" sz="36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4D6EBE9-EFE7-18B4-9D70-49B278AA6AE4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4570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6560-8754-609A-A85E-270C67D5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6B63DE-B079-AA6E-A5A9-FA7374D4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02" y="147662"/>
            <a:ext cx="7502525" cy="593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基本的な考え</a:t>
            </a: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3FE2FCC8-A5A6-3A83-A4AC-1B81BAF13132}"/>
              </a:ext>
            </a:extLst>
          </p:cNvPr>
          <p:cNvSpPr/>
          <p:nvPr/>
        </p:nvSpPr>
        <p:spPr>
          <a:xfrm>
            <a:off x="402566" y="683801"/>
            <a:ext cx="11386868" cy="4284000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・人権の大切さを知り、それをお互いに尊重することを知る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endParaRPr lang="en-US" altLang="ja-JP" sz="2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・境界線の概念や対等性を知り、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安全で安心な人間関係を築いていくことを目指す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endParaRPr lang="en-US" altLang="ja-JP" sz="2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・どのような行為が性暴力にあたるのかを知り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－知らないことでお互いを傷つけてしまうことをなくす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－性暴力に関する心理的死角を失くす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－もしも被害に遭ったときに自分を責めずに済むように断っていい、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　 誰かに相談してほしいということを伝える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CF6E77-8FD1-4782-E703-767CF22262A3}"/>
              </a:ext>
            </a:extLst>
          </p:cNvPr>
          <p:cNvSpPr/>
          <p:nvPr/>
        </p:nvSpPr>
        <p:spPr>
          <a:xfrm>
            <a:off x="603849" y="5058977"/>
            <a:ext cx="10990052" cy="10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まずは大人がちゃんと知ることが大切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540AD31-4DDF-AAA5-6CB7-03F7EAFF670B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7778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57BCC-25BA-1C92-68A1-81111205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53" y="371949"/>
            <a:ext cx="7502525" cy="593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性の境界線</a:t>
            </a:r>
          </a:p>
        </p:txBody>
      </p:sp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02BE44C0-88B0-D8D6-7E01-E8690828429D}"/>
              </a:ext>
            </a:extLst>
          </p:cNvPr>
          <p:cNvSpPr/>
          <p:nvPr/>
        </p:nvSpPr>
        <p:spPr>
          <a:xfrm>
            <a:off x="1154112" y="975699"/>
            <a:ext cx="9883775" cy="1993900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「いつ、どこで、誰と、どんな性的な行為をするか」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「いつ、どこで、誰に、自分の身体を見られるか」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それは自分が決めてよいこと</a:t>
            </a:r>
            <a:endParaRPr lang="en-US" altLang="ja-JP" sz="405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9374BAA4-3436-8C19-9392-58D5BC94F109}"/>
              </a:ext>
            </a:extLst>
          </p:cNvPr>
          <p:cNvSpPr/>
          <p:nvPr/>
        </p:nvSpPr>
        <p:spPr>
          <a:xfrm>
            <a:off x="1098030" y="3153794"/>
            <a:ext cx="9883775" cy="2717325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自分の意志や感情、自分の決定がないがしろに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されるということは</a:t>
            </a:r>
            <a:r>
              <a:rPr lang="en-US" altLang="ja-JP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…</a:t>
            </a: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「安全や安心が脅かされる」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「誰かにとって「性的なモノ」として使われる」</a:t>
            </a:r>
            <a:endParaRPr lang="en-US" altLang="ja-JP" sz="405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「人として尊重されていないという感覚」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CF1AF7C-ACBF-63E2-D2A9-96C205F66F7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3564-D07C-0B3D-D970-2AAB03D7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3996BA5B-02C2-EEEF-7D0A-C4A7C8037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360108"/>
              </p:ext>
            </p:extLst>
          </p:nvPr>
        </p:nvGraphicFramePr>
        <p:xfrm>
          <a:off x="116958" y="170118"/>
          <a:ext cx="11958084" cy="828000"/>
        </p:xfrm>
        <a:graphic>
          <a:graphicData uri="http://schemas.openxmlformats.org/drawingml/2006/table">
            <a:tbl>
              <a:tblPr bandRow="1">
                <a:tableStyleId>{91EBBBCC-DAD2-459C-BE2E-F6DE35CF9A28}</a:tableStyleId>
              </a:tblPr>
              <a:tblGrid>
                <a:gridCol w="11958084">
                  <a:extLst>
                    <a:ext uri="{9D8B030D-6E8A-4147-A177-3AD203B41FA5}">
                      <a16:colId xmlns:a16="http://schemas.microsoft.com/office/drawing/2014/main" val="3062139311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r>
                        <a:rPr kumimoji="1" lang="ja-JP" altLang="en-US" sz="3200">
                          <a:latin typeface="UD デジタル 教科書体 NK-R" panose="02020400000000000000" pitchFamily="18" charset="-128"/>
                          <a:ea typeface="UD デジタル 教科書体 NK-R" panose="02020400000000000000" pitchFamily="18" charset="-128"/>
                        </a:rPr>
                        <a:t>・性暴力を受けた（受けそうになった）時の対応方法を理解すること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202621"/>
                  </a:ext>
                </a:extLst>
              </a:tr>
            </a:tbl>
          </a:graphicData>
        </a:graphic>
      </p:graphicFrame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226F546B-9A9A-8E23-8DC5-04D06ED50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3411426"/>
              </p:ext>
            </p:extLst>
          </p:nvPr>
        </p:nvGraphicFramePr>
        <p:xfrm>
          <a:off x="116958" y="868143"/>
          <a:ext cx="11655942" cy="5449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2FB819-AC76-6456-8575-E5CAE89C6389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799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DF1F15-46F5-4A2B-AF38-34F3B8027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219200"/>
            <a:ext cx="7543800" cy="3181350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大人が性暴力を理解して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子供たちの安全を守れるように、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子供たちにちゃんと伝えられるように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endParaRPr lang="ja-JP" sz="36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A8C118-2729-11C2-68D1-A330DACA771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5345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696000" y="84600"/>
            <a:ext cx="10800000" cy="792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457200"/>
            <a:r>
              <a:rPr lang="ja-JP" altLang="en-US" sz="4000" b="1">
                <a:solidFill>
                  <a:prstClr val="white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性暴力等の防止に向けた練馬区立学校の取組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42000" y="876600"/>
            <a:ext cx="10908000" cy="519616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・教科準備室など死角になる場所の点検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・空き教室等の施錠</a:t>
            </a: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・教室等の見える化</a:t>
            </a: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・私物カメラ等の校内持ち込み禁止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・スマートフォンの教育活動での使用禁止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・授業をタブレット等で録画する際は、管理職の許可を得た上で、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黒板に「録画中」「撮影中」という表示を掲示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EA00DD8-120C-A48D-BE91-4937F5BF6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873" y="1439454"/>
            <a:ext cx="2922183" cy="303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CE80A8-8AF6-D147-8D77-6D4955D1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F41E7159-2AA5-9DFB-02B4-3F240D86D07C}"/>
              </a:ext>
            </a:extLst>
          </p:cNvPr>
          <p:cNvSpPr/>
          <p:nvPr/>
        </p:nvSpPr>
        <p:spPr>
          <a:xfrm>
            <a:off x="152905" y="142019"/>
            <a:ext cx="9360000" cy="14400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教職員による性暴力等の防止に向けて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教務園務担当者に期待すること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矢印: 山形 2">
            <a:extLst>
              <a:ext uri="{FF2B5EF4-FFF2-40B4-BE49-F238E27FC236}">
                <a16:creationId xmlns:a16="http://schemas.microsoft.com/office/drawing/2014/main" id="{CC7707C9-EC83-F1F5-C572-B734A95FA879}"/>
              </a:ext>
            </a:extLst>
          </p:cNvPr>
          <p:cNvSpPr/>
          <p:nvPr/>
        </p:nvSpPr>
        <p:spPr>
          <a:xfrm>
            <a:off x="8966279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矢印: 山形 4">
            <a:extLst>
              <a:ext uri="{FF2B5EF4-FFF2-40B4-BE49-F238E27FC236}">
                <a16:creationId xmlns:a16="http://schemas.microsoft.com/office/drawing/2014/main" id="{B141C561-CBE0-B0D3-AABD-EC0D182113CE}"/>
              </a:ext>
            </a:extLst>
          </p:cNvPr>
          <p:cNvSpPr/>
          <p:nvPr/>
        </p:nvSpPr>
        <p:spPr>
          <a:xfrm>
            <a:off x="9923212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1EECB1-EBBD-DE3C-CFA0-88452717314F}"/>
              </a:ext>
            </a:extLst>
          </p:cNvPr>
          <p:cNvSpPr/>
          <p:nvPr/>
        </p:nvSpPr>
        <p:spPr>
          <a:xfrm>
            <a:off x="462000" y="1658676"/>
            <a:ext cx="11268000" cy="47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20000"/>
              </a:lnSpc>
            </a:pPr>
            <a:r>
              <a:rPr lang="ja-JP" altLang="en-US" sz="3600" dirty="0">
                <a:solidFill>
                  <a:schemeClr val="accent1">
                    <a:lumMod val="50000"/>
                  </a:schemeClr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★自身の人権感覚を、常にアップデートする。</a:t>
            </a:r>
            <a:endParaRPr lang="en-US" altLang="ja-JP" sz="3600" dirty="0">
              <a:solidFill>
                <a:schemeClr val="accent1">
                  <a:lumMod val="50000"/>
                </a:schemeClr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教育課程の確認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および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令和９年度教育課程への位置付け</a:t>
            </a:r>
            <a:endParaRPr lang="en-US" altLang="ja-JP" sz="3600" dirty="0">
              <a:solidFill>
                <a:srgbClr val="FF0000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〇年間指導計画等に基づいた教育活動の確実な実施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〇生活指導担当者と連携した校内ＯＪＴの実施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教職員の言動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への注目および必要に応じた指導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〇児童生徒および保護者の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意識向上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に向けた働きかけ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　（学校便り、ホームページ等の活用）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600" dirty="0">
                <a:solidFill>
                  <a:schemeClr val="accent1">
                    <a:lumMod val="50000"/>
                  </a:schemeClr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★疑しい事案は、速やかに管理職へ報告する。</a:t>
            </a:r>
          </a:p>
        </p:txBody>
      </p:sp>
      <p:pic>
        <p:nvPicPr>
          <p:cNvPr id="19" name="図 18" descr="抽象, 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699D370-DDDF-42E1-8958-D3299F99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95934" y="5163202"/>
            <a:ext cx="1134066" cy="124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緑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ante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468_TF67338807_Win32" id="{A984F1B5-1BE0-4F75-B4D5-94CE16839B27}" vid="{2A2DEF92-741A-4099-8217-CB11FDE54467}"/>
    </a:ext>
  </a:extLst>
</a:theme>
</file>

<file path=ppt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オフセット​​ デザイン</Template>
  <TotalTime>65</TotalTime>
  <Words>2654</Words>
  <Application>Microsoft Office PowerPoint</Application>
  <PresentationFormat>ワイド画面</PresentationFormat>
  <Paragraphs>234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18</vt:i4>
      </vt:variant>
    </vt:vector>
  </HeadingPairs>
  <TitlesOfParts>
    <vt:vector size="32" baseType="lpstr">
      <vt:lpstr>Abadi Extra Light</vt:lpstr>
      <vt:lpstr>Meiryo UI</vt:lpstr>
      <vt:lpstr>UD デジタル 教科書体 N-B</vt:lpstr>
      <vt:lpstr>UD デジタル 教科書体 NK</vt:lpstr>
      <vt:lpstr>UD デジタル 教科書体 NK-R</vt:lpstr>
      <vt:lpstr>Arial</vt:lpstr>
      <vt:lpstr>Calibri</vt:lpstr>
      <vt:lpstr>Calibri Light</vt:lpstr>
      <vt:lpstr>Corbel</vt:lpstr>
      <vt:lpstr>Times New Roman</vt:lpstr>
      <vt:lpstr>Wingdings</vt:lpstr>
      <vt:lpstr>Wingdings 2</vt:lpstr>
      <vt:lpstr>OffsetVTI</vt:lpstr>
      <vt:lpstr>Office テーマ</vt:lpstr>
      <vt:lpstr>PowerPoint プレゼンテーション</vt:lpstr>
      <vt:lpstr>PowerPoint プレゼンテーション</vt:lpstr>
      <vt:lpstr>教職員による幼児児童生徒への 性暴力等の防止について</vt:lpstr>
      <vt:lpstr>どれが暴力？</vt:lpstr>
      <vt:lpstr>「性暴力」は女の子だけにおこるもの？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未然防止に関するハード面とソフト面（教職員編）</vt:lpstr>
      <vt:lpstr>初期対応に関するハード面とソフト面（教職員編）</vt:lpstr>
      <vt:lpstr>PowerPoint プレゼンテーション</vt:lpstr>
      <vt:lpstr>基本的な考え</vt:lpstr>
      <vt:lpstr>性の境界線</vt:lpstr>
      <vt:lpstr>PowerPoint プレゼンテーション</vt:lpstr>
      <vt:lpstr>大人が性暴力を理解して 子供たちの安全を守れるように、 子供たちにちゃんと伝えられるように 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 齋藤</dc:creator>
  <cp:lastModifiedBy>紺多　章一郎</cp:lastModifiedBy>
  <cp:revision>10</cp:revision>
  <cp:lastPrinted>2026-06-17T08:38:41Z</cp:lastPrinted>
  <dcterms:created xsi:type="dcterms:W3CDTF">2024-06-16T23:55:40Z</dcterms:created>
  <dcterms:modified xsi:type="dcterms:W3CDTF">2026-06-17T08:38:42Z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2025-04-08T23:02:32Z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a2ab2787-c1e7-407f-a903-ef94d39b46a6</vt:lpwstr>
  </property>
  <property fmtid="{D5CDD505-2E9C-101B-9397-08002B2CF9AE}" pid="8" name="MSIP_Label_defa4170-0d19-0005-0004-bc88714345d2_ActionId">
    <vt:lpwstr>649dc7cf-5321-4fd8-96c0-a4371a527b9d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