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100" d="100"/>
          <a:sy n="100" d="100"/>
        </p:scale>
        <p:origin x="-3028" y="-121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練馬区 紺多　章一郎" userId="9416857a74a95685" providerId="LiveId" clId="{B4727B4F-34DD-46C5-BE3C-DC95A10A0C15}"/>
    <pc:docChg chg="custSel modSld">
      <pc:chgData name="練馬区 紺多　章一郎" userId="9416857a74a95685" providerId="LiveId" clId="{B4727B4F-34DD-46C5-BE3C-DC95A10A0C15}" dt="2026-10-01T09:22:26.627" v="163" actId="948"/>
      <pc:docMkLst>
        <pc:docMk/>
      </pc:docMkLst>
      <pc:sldChg chg="delSp modSp mod">
        <pc:chgData name="練馬区 紺多　章一郎" userId="9416857a74a95685" providerId="LiveId" clId="{B4727B4F-34DD-46C5-BE3C-DC95A10A0C15}" dt="2026-10-01T09:22:26.627" v="163" actId="948"/>
        <pc:sldMkLst>
          <pc:docMk/>
          <pc:sldMk cId="3012791173" sldId="257"/>
        </pc:sldMkLst>
        <pc:spChg chg="mod">
          <ac:chgData name="練馬区 紺多　章一郎" userId="9416857a74a95685" providerId="LiveId" clId="{B4727B4F-34DD-46C5-BE3C-DC95A10A0C15}" dt="2026-10-01T09:02:55.584" v="39" actId="1036"/>
          <ac:spMkLst>
            <pc:docMk/>
            <pc:sldMk cId="3012791173" sldId="257"/>
            <ac:spMk id="19" creationId="{D09F1CAC-D2F4-49C4-E346-F4B6A7E9F82B}"/>
          </ac:spMkLst>
        </pc:spChg>
        <pc:spChg chg="mod">
          <ac:chgData name="練馬区 紺多　章一郎" userId="9416857a74a95685" providerId="LiveId" clId="{B4727B4F-34DD-46C5-BE3C-DC95A10A0C15}" dt="2026-10-01T09:03:11.416" v="54" actId="1036"/>
          <ac:spMkLst>
            <pc:docMk/>
            <pc:sldMk cId="3012791173" sldId="257"/>
            <ac:spMk id="32" creationId="{39E879A7-3AC5-3D38-20BC-44E886A9A229}"/>
          </ac:spMkLst>
        </pc:spChg>
        <pc:spChg chg="mod">
          <ac:chgData name="練馬区 紺多　章一郎" userId="9416857a74a95685" providerId="LiveId" clId="{B4727B4F-34DD-46C5-BE3C-DC95A10A0C15}" dt="2026-10-01T09:22:26.627" v="163" actId="948"/>
          <ac:spMkLst>
            <pc:docMk/>
            <pc:sldMk cId="3012791173" sldId="257"/>
            <ac:spMk id="41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41.445" v="145" actId="6549"/>
          <ac:spMkLst>
            <pc:docMk/>
            <pc:sldMk cId="3012791173" sldId="257"/>
            <ac:spMk id="42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17.454" v="141" actId="20577"/>
          <ac:spMkLst>
            <pc:docMk/>
            <pc:sldMk cId="3012791173" sldId="257"/>
            <ac:spMk id="43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5:24.649" v="119" actId="6549"/>
          <ac:spMkLst>
            <pc:docMk/>
            <pc:sldMk cId="3012791173" sldId="257"/>
            <ac:spMk id="44" creationId="{00000000-0000-0000-0000-000000000000}"/>
          </ac:spMkLst>
        </pc:spChg>
        <pc:spChg chg="del">
          <ac:chgData name="練馬区 紺多　章一郎" userId="9416857a74a95685" providerId="LiveId" clId="{B4727B4F-34DD-46C5-BE3C-DC95A10A0C15}" dt="2026-10-01T09:03:35.311" v="55" actId="478"/>
          <ac:spMkLst>
            <pc:docMk/>
            <pc:sldMk cId="3012791173" sldId="257"/>
            <ac:spMk id="46" creationId="{00000000-0000-0000-0000-000000000000}"/>
          </ac:spMkLst>
        </pc:spChg>
        <pc:picChg chg="mod">
          <ac:chgData name="練馬区 紺多　章一郎" userId="9416857a74a95685" providerId="LiveId" clId="{B4727B4F-34DD-46C5-BE3C-DC95A10A0C15}" dt="2026-10-01T09:03:02.804" v="40" actId="14100"/>
          <ac:picMkLst>
            <pc:docMk/>
            <pc:sldMk cId="3012791173" sldId="257"/>
            <ac:picMk id="31" creationId="{B5663793-2179-FABF-1B2A-4CD80CC1D8E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、学校に求める「授業改善推進プランの作成」に整理／読書活動を追加／次期学習指導要領を見据えた項目（情報活用能力・探究的な学び）を新設／体力調査も各校の改善策作成として整理</a:t>
            </a:r>
          </a:p>
          <a:p>
            <a:r>
              <a:t>■重点施策３：見出し「キャリア教育の推進」の下で、小中一貫教育を通じて推進する構成に変更／９年間を見通したキャリア教育の項目を新設し、主権者教育の視点を追加／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／農業者と連携した体験学習（「練馬の畑」）の全校実施（小学校）は(1)に存置</a:t>
            </a:r>
          </a:p>
          <a:p>
            <a:r>
              <a:t>■重点施策５：見出しを短縮（案）／いのちの教育（ＳＯＳの出し方に関する教育、ＷＥＢＱＵ）を重点施策１へ移動／関係機関連携を言葉で明示／外国籍の子供への支援を日本語指導に焦点化／特別支援教育は指導課の研修として整理／項目数の偏りを解消</a:t>
            </a:r>
          </a:p>
          <a:p>
            <a:endParaRPr/>
          </a:p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・課長例示：区独自のキャリアパスポート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１　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４　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70936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3133471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754004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75" y="39165"/>
            <a:ext cx="758381" cy="65578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159883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4189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②練馬区人権教育推進委員会の運営・運営</a:t>
            </a:r>
            <a:endParaRPr lang="en-US" altLang="ja-JP" sz="85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④人権尊重教育推進校の指定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①道徳授業地区公開講座の全校実施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①「ＳＯＳの出し方に関する教育」の全校実施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ＷＥＢＱＵの実施（中学校全校・小学校の一部）（新規）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416935"/>
            <a:ext cx="3547872" cy="16880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学力調査に基づく授業改善推進プランの作成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体力・運動能力調査に基づく改善策の作成（新規）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443347"/>
            <a:ext cx="3547872" cy="134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(1)小中一貫教育を通じたキャリア教育の推進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(2)９年間を見通したキャリア教育の充実（新規）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1785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④農業者と連携した体験学習の全校実施</a:t>
            </a:r>
            <a:b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（小学校）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②評価結果に基づく改善策の策定と公表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(3)学校公開の推進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①土曜授業（年４回）の実施</a:t>
            </a:r>
          </a:p>
          <a:p>
            <a:pPr marL="3429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校内委員会・教育指導課・関係機関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（学校教育支援センター、警察、児童相談センター等）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1530</TotalTime>
  <Words>1218</Words>
  <Application>Microsoft Office PowerPoint</Application>
  <PresentationFormat>A4 210 x 297 mm</PresentationFormat>
  <Paragraphs>118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練馬区 紺多　章一郎</cp:lastModifiedBy>
  <cp:revision>76</cp:revision>
  <cp:lastPrinted>2026-08-25T04:09:27Z</cp:lastPrinted>
  <dcterms:created xsi:type="dcterms:W3CDTF">2025-11-17T09:29:53Z</dcterms:created>
  <dcterms:modified xsi:type="dcterms:W3CDTF">2026-10-01T09:27:28Z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